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70475" autoAdjust="0"/>
  </p:normalViewPr>
  <p:slideViewPr>
    <p:cSldViewPr snapToGrid="0">
      <p:cViewPr>
        <p:scale>
          <a:sx n="70" d="100"/>
          <a:sy n="70" d="100"/>
        </p:scale>
        <p:origin x="1027" y="1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1B059B-4E36-4ACC-A1FF-2458B92DECBF}" type="datetimeFigureOut">
              <a:rPr kumimoji="1" lang="ja-JP" altLang="en-US" smtClean="0"/>
              <a:t>2025/5/6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6B5BE4-11DE-4F26-9BFB-79944BBF670C}" type="slidenum">
              <a:rPr kumimoji="1" lang="ja-JP" altLang="en-US" smtClean="0"/>
              <a:t>‹#›</a:t>
            </a:fld>
            <a:endParaRPr kumimoji="1" lang="ja-JP" altLang="en-US"/>
          </a:p>
        </p:txBody>
      </p:sp>
    </p:spTree>
    <p:extLst>
      <p:ext uri="{BB962C8B-B14F-4D97-AF65-F5344CB8AC3E}">
        <p14:creationId xmlns:p14="http://schemas.microsoft.com/office/powerpoint/2010/main" val="124242620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TOPPERS/ASP3</a:t>
            </a:r>
          </a:p>
          <a:p>
            <a:r>
              <a:rPr kumimoji="1" lang="en-US" altLang="ja-JP" dirty="0"/>
              <a:t>C</a:t>
            </a:r>
            <a:r>
              <a:rPr kumimoji="1" lang="ja-JP" altLang="en-US" dirty="0"/>
              <a:t>言語で記述された</a:t>
            </a:r>
            <a:r>
              <a:rPr kumimoji="1" lang="en-US" altLang="ja-JP" dirty="0"/>
              <a:t>RTOS</a:t>
            </a:r>
          </a:p>
          <a:p>
            <a:r>
              <a:rPr kumimoji="1" lang="en-US" altLang="ja-JP" dirty="0"/>
              <a:t>Linux</a:t>
            </a:r>
            <a:r>
              <a:rPr kumimoji="1" lang="ja-JP" altLang="en-US" dirty="0"/>
              <a:t>上にエミュレータを生成し、その上に疑似的に</a:t>
            </a:r>
            <a:r>
              <a:rPr kumimoji="1" lang="en-US" altLang="ja-JP" dirty="0"/>
              <a:t>OS</a:t>
            </a:r>
            <a:r>
              <a:rPr kumimoji="1" lang="ja-JP" altLang="en-US" dirty="0"/>
              <a:t>を起動する</a:t>
            </a:r>
            <a:endParaRPr kumimoji="1" lang="en-US" altLang="ja-JP" dirty="0"/>
          </a:p>
          <a:p>
            <a:r>
              <a:rPr kumimoji="1" lang="en-US" altLang="ja-JP" dirty="0"/>
              <a:t>RTOS</a:t>
            </a:r>
            <a:r>
              <a:rPr kumimoji="1" lang="ja-JP" altLang="en-US" dirty="0"/>
              <a:t>を実現するために、ハードウェア資源へのアクセスと時間管理アルゴリズムを記述し、そのインターフェースを提供する</a:t>
            </a:r>
            <a:endParaRPr kumimoji="1" lang="en-US" altLang="ja-JP" dirty="0"/>
          </a:p>
          <a:p>
            <a:r>
              <a:rPr kumimoji="1" lang="ja-JP" altLang="en-US" dirty="0"/>
              <a:t>この貢献として、利用者はマルチスレッドプログラミングや割り込み処理などに関する複雑な実装を省略できる</a:t>
            </a:r>
            <a:endParaRPr kumimoji="1" lang="en-US" altLang="ja-JP" dirty="0"/>
          </a:p>
          <a:p>
            <a:r>
              <a:rPr kumimoji="1" lang="en-US" altLang="ja-JP" dirty="0"/>
              <a:t>Raspberry PI 4</a:t>
            </a:r>
            <a:r>
              <a:rPr kumimoji="1" lang="ja-JP" altLang="en-US" dirty="0"/>
              <a:t>に対応している</a:t>
            </a:r>
            <a:endParaRPr kumimoji="1" lang="en-US" altLang="ja-JP" dirty="0"/>
          </a:p>
          <a:p>
            <a:endParaRPr kumimoji="1" lang="en-US" altLang="ja-JP" dirty="0"/>
          </a:p>
          <a:p>
            <a:r>
              <a:rPr kumimoji="1" lang="en-US" altLang="ja-JP" dirty="0"/>
              <a:t>https://www.toppers.jp/asp-kernel.html</a:t>
            </a:r>
            <a:endParaRPr kumimoji="1" lang="ja-JP" altLang="en-US" dirty="0"/>
          </a:p>
        </p:txBody>
      </p:sp>
      <p:sp>
        <p:nvSpPr>
          <p:cNvPr id="4" name="スライド番号プレースホルダー 3"/>
          <p:cNvSpPr>
            <a:spLocks noGrp="1"/>
          </p:cNvSpPr>
          <p:nvPr>
            <p:ph type="sldNum" sz="quarter" idx="5"/>
          </p:nvPr>
        </p:nvSpPr>
        <p:spPr/>
        <p:txBody>
          <a:bodyPr/>
          <a:lstStyle/>
          <a:p>
            <a:fld id="{816B5BE4-11DE-4F26-9BFB-79944BBF670C}" type="slidenum">
              <a:rPr kumimoji="1" lang="ja-JP" altLang="en-US" smtClean="0"/>
              <a:t>4</a:t>
            </a:fld>
            <a:endParaRPr kumimoji="1" lang="ja-JP" altLang="en-US"/>
          </a:p>
        </p:txBody>
      </p:sp>
    </p:spTree>
    <p:extLst>
      <p:ext uri="{BB962C8B-B14F-4D97-AF65-F5344CB8AC3E}">
        <p14:creationId xmlns:p14="http://schemas.microsoft.com/office/powerpoint/2010/main" val="1295232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DA1FB-025F-6F07-0357-6011A468FFC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28BD8F-E809-6A0C-C735-147808386BE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EA0B446-6EC3-D4CD-166B-5B6611FC089A}"/>
              </a:ext>
            </a:extLst>
          </p:cNvPr>
          <p:cNvSpPr>
            <a:spLocks noGrp="1"/>
          </p:cNvSpPr>
          <p:nvPr>
            <p:ph type="body" idx="1"/>
          </p:nvPr>
        </p:nvSpPr>
        <p:spPr/>
        <p:txBody>
          <a:bodyPr/>
          <a:lstStyle/>
          <a:p>
            <a:r>
              <a:rPr kumimoji="1" lang="en-US" altLang="ja-JP" dirty="0"/>
              <a:t>Lego</a:t>
            </a:r>
            <a:r>
              <a:rPr kumimoji="1" lang="ja-JP" altLang="en-US" dirty="0"/>
              <a:t>社提供</a:t>
            </a:r>
            <a:endParaRPr kumimoji="1" lang="en-US" altLang="ja-JP" dirty="0"/>
          </a:p>
          <a:p>
            <a:r>
              <a:rPr kumimoji="1" lang="en-US" altLang="ja-JP" dirty="0"/>
              <a:t>Lego</a:t>
            </a:r>
            <a:r>
              <a:rPr kumimoji="1" lang="ja-JP" altLang="en-US" dirty="0"/>
              <a:t>社の</a:t>
            </a:r>
            <a:r>
              <a:rPr kumimoji="1" lang="en-US" altLang="ja-JP" dirty="0"/>
              <a:t>SPIKE</a:t>
            </a:r>
            <a:r>
              <a:rPr kumimoji="1" lang="ja-JP" altLang="en-US" dirty="0"/>
              <a:t>へのアクセスのためのモジュール</a:t>
            </a:r>
            <a:endParaRPr kumimoji="1" lang="en-US" altLang="ja-JP" dirty="0"/>
          </a:p>
          <a:p>
            <a:endParaRPr kumimoji="1" lang="en-US" altLang="ja-JP" dirty="0"/>
          </a:p>
          <a:p>
            <a:r>
              <a:rPr kumimoji="1" lang="en-US" altLang="ja-JP" dirty="0"/>
              <a:t>Lego</a:t>
            </a:r>
            <a:r>
              <a:rPr kumimoji="1" lang="ja-JP" altLang="en-US" dirty="0"/>
              <a:t>社はデンマークの会社らしい。他方</a:t>
            </a:r>
            <a:r>
              <a:rPr kumimoji="1" lang="en-US" altLang="ja-JP" dirty="0"/>
              <a:t>TOPPERS/ASP3</a:t>
            </a:r>
            <a:r>
              <a:rPr kumimoji="1" lang="ja-JP" altLang="en-US" dirty="0"/>
              <a:t>は日本が中心のプロジェクトである。海外のソフトウェアが日本のソフトウェアに依存するなんて、なんだか誇らしい！</a:t>
            </a:r>
            <a:endParaRPr kumimoji="1" lang="en-US" altLang="ja-JP" dirty="0"/>
          </a:p>
          <a:p>
            <a:endParaRPr kumimoji="1" lang="en-US" altLang="ja-JP" dirty="0"/>
          </a:p>
          <a:p>
            <a:r>
              <a:rPr kumimoji="1" lang="en-US" altLang="ja-JP" dirty="0"/>
              <a:t>https://education.lego.com/en-us/products/lego-education-spike-prime-set/45678/#spike%E2%84%A2-prime</a:t>
            </a:r>
          </a:p>
          <a:p>
            <a:r>
              <a:rPr kumimoji="1" lang="en-US" altLang="ja-JP" dirty="0"/>
              <a:t>https://spike-rt.github.io/spike-rt/en/html/modules.html</a:t>
            </a:r>
          </a:p>
          <a:p>
            <a:r>
              <a:rPr kumimoji="1" lang="en-US" altLang="ja-JP" dirty="0"/>
              <a:t>https://github.com/spike-rt/spike-rt</a:t>
            </a:r>
          </a:p>
          <a:p>
            <a:r>
              <a:rPr kumimoji="1" lang="en-US" altLang="ja-JP" dirty="0"/>
              <a:t>https://docs.pybricks.com/en/latest/pupdevices/index.html</a:t>
            </a:r>
            <a:endParaRPr kumimoji="1" lang="ja-JP" altLang="en-US" dirty="0"/>
          </a:p>
        </p:txBody>
      </p:sp>
      <p:sp>
        <p:nvSpPr>
          <p:cNvPr id="4" name="スライド番号プレースホルダー 3">
            <a:extLst>
              <a:ext uri="{FF2B5EF4-FFF2-40B4-BE49-F238E27FC236}">
                <a16:creationId xmlns:a16="http://schemas.microsoft.com/office/drawing/2014/main" id="{528A07B5-E33D-EF4A-CA06-E6D83B627D1A}"/>
              </a:ext>
            </a:extLst>
          </p:cNvPr>
          <p:cNvSpPr>
            <a:spLocks noGrp="1"/>
          </p:cNvSpPr>
          <p:nvPr>
            <p:ph type="sldNum" sz="quarter" idx="5"/>
          </p:nvPr>
        </p:nvSpPr>
        <p:spPr/>
        <p:txBody>
          <a:bodyPr/>
          <a:lstStyle/>
          <a:p>
            <a:fld id="{816B5BE4-11DE-4F26-9BFB-79944BBF670C}" type="slidenum">
              <a:rPr kumimoji="1" lang="ja-JP" altLang="en-US" smtClean="0"/>
              <a:t>5</a:t>
            </a:fld>
            <a:endParaRPr kumimoji="1" lang="ja-JP" altLang="en-US"/>
          </a:p>
        </p:txBody>
      </p:sp>
    </p:spTree>
    <p:extLst>
      <p:ext uri="{BB962C8B-B14F-4D97-AF65-F5344CB8AC3E}">
        <p14:creationId xmlns:p14="http://schemas.microsoft.com/office/powerpoint/2010/main" val="2309534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80419-5C95-89A7-0DA7-22109643E2D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046F48C-E603-9FA4-FA97-674E0ABE2B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86629DD-7458-6B06-B39B-82F1A701C1DA}"/>
              </a:ext>
            </a:extLst>
          </p:cNvPr>
          <p:cNvSpPr>
            <a:spLocks noGrp="1"/>
          </p:cNvSpPr>
          <p:nvPr>
            <p:ph type="body" idx="1"/>
          </p:nvPr>
        </p:nvSpPr>
        <p:spPr/>
        <p:txBody>
          <a:bodyPr/>
          <a:lstStyle/>
          <a:p>
            <a:r>
              <a:rPr kumimoji="1" lang="ja-JP" altLang="en-US" dirty="0"/>
              <a:t>（あまりよく見れていなくて、かなりあいまい・・・）</a:t>
            </a:r>
            <a:endParaRPr kumimoji="1" lang="en-US" altLang="ja-JP" dirty="0"/>
          </a:p>
          <a:p>
            <a:endParaRPr kumimoji="1" lang="en-US" altLang="ja-JP" dirty="0"/>
          </a:p>
          <a:p>
            <a:r>
              <a:rPr kumimoji="1" lang="en-US" altLang="ja-JP" dirty="0"/>
              <a:t>ET</a:t>
            </a:r>
            <a:r>
              <a:rPr kumimoji="1" lang="ja-JP" altLang="en-US" dirty="0"/>
              <a:t>ロボコン主催者作成</a:t>
            </a:r>
            <a:endParaRPr kumimoji="1" lang="en-US" altLang="ja-JP" dirty="0"/>
          </a:p>
          <a:p>
            <a:r>
              <a:rPr kumimoji="1" lang="ja-JP" altLang="en-US" dirty="0"/>
              <a:t>このプロジェクト自身は、自身のことを</a:t>
            </a:r>
            <a:r>
              <a:rPr kumimoji="1" lang="en-US" altLang="ja-JP" dirty="0" err="1"/>
              <a:t>RasPike</a:t>
            </a:r>
            <a:r>
              <a:rPr kumimoji="1" lang="en-US" altLang="ja-JP" dirty="0"/>
              <a:t>-ART</a:t>
            </a:r>
            <a:r>
              <a:rPr kumimoji="1" lang="ja-JP" altLang="en-US" dirty="0"/>
              <a:t>プロジェクトと名乗る。ややこしい。</a:t>
            </a:r>
            <a:endParaRPr kumimoji="1" lang="en-US" altLang="ja-JP" dirty="0"/>
          </a:p>
          <a:p>
            <a:endParaRPr kumimoji="1" lang="en-US" altLang="ja-JP" dirty="0"/>
          </a:p>
          <a:p>
            <a:r>
              <a:rPr kumimoji="1" lang="ja-JP" altLang="en-US" dirty="0"/>
              <a:t>目的は、</a:t>
            </a:r>
            <a:r>
              <a:rPr kumimoji="1" lang="en-US" altLang="ja-JP" dirty="0"/>
              <a:t>SPIKE</a:t>
            </a:r>
            <a:r>
              <a:rPr kumimoji="1" lang="ja-JP" altLang="en-US" dirty="0"/>
              <a:t>へ書き込むソフト、および</a:t>
            </a:r>
            <a:r>
              <a:rPr kumimoji="1" lang="en-US" altLang="ja-JP" dirty="0"/>
              <a:t>Raspberry PI</a:t>
            </a:r>
            <a:r>
              <a:rPr kumimoji="1" lang="ja-JP" altLang="en-US" dirty="0"/>
              <a:t>と</a:t>
            </a:r>
            <a:r>
              <a:rPr kumimoji="1" lang="en-US" altLang="ja-JP" dirty="0"/>
              <a:t>SPIKE</a:t>
            </a:r>
            <a:r>
              <a:rPr kumimoji="1" lang="ja-JP" altLang="en-US" dirty="0"/>
              <a:t>の間で通信するときのインターフェース。</a:t>
            </a:r>
            <a:endParaRPr kumimoji="1" lang="en-US" altLang="ja-JP" dirty="0"/>
          </a:p>
          <a:p>
            <a:r>
              <a:rPr kumimoji="1" lang="ja-JP" altLang="en-US" dirty="0"/>
              <a:t>さらに、テストプログラムを含む。</a:t>
            </a:r>
            <a:r>
              <a:rPr kumimoji="1" lang="en-US" altLang="ja-JP" dirty="0"/>
              <a:t>Raspberry PI</a:t>
            </a:r>
            <a:r>
              <a:rPr kumimoji="1" lang="ja-JP" altLang="en-US" dirty="0"/>
              <a:t>側から実行して、</a:t>
            </a:r>
            <a:r>
              <a:rPr kumimoji="1" lang="en-US" altLang="ja-JP" dirty="0"/>
              <a:t>SPIKE</a:t>
            </a:r>
            <a:r>
              <a:rPr kumimoji="1" lang="ja-JP" altLang="en-US" dirty="0"/>
              <a:t>とのやり取りを保証するもの。</a:t>
            </a:r>
            <a:endParaRPr kumimoji="1" lang="en-US" altLang="ja-JP" dirty="0"/>
          </a:p>
          <a:p>
            <a:endParaRPr kumimoji="1" lang="en-US" altLang="ja-JP" dirty="0"/>
          </a:p>
          <a:p>
            <a:r>
              <a:rPr kumimoji="1" lang="en-US" altLang="ja-JP" dirty="0"/>
              <a:t>SPIKE-ART</a:t>
            </a:r>
            <a:r>
              <a:rPr kumimoji="1" lang="ja-JP" altLang="en-US" dirty="0"/>
              <a:t>から必要なモジュールだけコピーしている。</a:t>
            </a:r>
            <a:r>
              <a:rPr kumimoji="1" lang="en-US" altLang="ja-JP" dirty="0"/>
              <a:t>/</a:t>
            </a:r>
            <a:r>
              <a:rPr kumimoji="1" lang="en-US" altLang="ja-JP" dirty="0" err="1"/>
              <a:t>libraspike</a:t>
            </a:r>
            <a:r>
              <a:rPr kumimoji="1" lang="en-US" altLang="ja-JP" dirty="0"/>
              <a:t>-art/drivers</a:t>
            </a:r>
            <a:r>
              <a:rPr kumimoji="1" lang="ja-JP" altLang="en-US" dirty="0"/>
              <a:t>配下</a:t>
            </a:r>
            <a:endParaRPr kumimoji="1" lang="en-US" altLang="ja-JP" dirty="0"/>
          </a:p>
          <a:p>
            <a:r>
              <a:rPr kumimoji="1" lang="en-US" altLang="ja-JP" dirty="0"/>
              <a:t>TOPPERS/ASP3</a:t>
            </a:r>
            <a:r>
              <a:rPr kumimoji="1" lang="ja-JP" altLang="en-US" dirty="0"/>
              <a:t>との接続は切れてしまっている。</a:t>
            </a:r>
            <a:endParaRPr kumimoji="1" lang="en-US" altLang="ja-JP" dirty="0"/>
          </a:p>
          <a:p>
            <a:endParaRPr kumimoji="1" lang="en-US" altLang="ja-JP" dirty="0"/>
          </a:p>
          <a:p>
            <a:r>
              <a:rPr kumimoji="1" lang="en-US" altLang="ja-JP" dirty="0"/>
              <a:t>https://github.com/ETrobocon/libraspike-art</a:t>
            </a:r>
            <a:endParaRPr kumimoji="1" lang="ja-JP" altLang="en-US" dirty="0"/>
          </a:p>
        </p:txBody>
      </p:sp>
      <p:sp>
        <p:nvSpPr>
          <p:cNvPr id="4" name="スライド番号プレースホルダー 3">
            <a:extLst>
              <a:ext uri="{FF2B5EF4-FFF2-40B4-BE49-F238E27FC236}">
                <a16:creationId xmlns:a16="http://schemas.microsoft.com/office/drawing/2014/main" id="{B6F88B52-C0C5-B492-0A5D-417CE45959F7}"/>
              </a:ext>
            </a:extLst>
          </p:cNvPr>
          <p:cNvSpPr>
            <a:spLocks noGrp="1"/>
          </p:cNvSpPr>
          <p:nvPr>
            <p:ph type="sldNum" sz="quarter" idx="5"/>
          </p:nvPr>
        </p:nvSpPr>
        <p:spPr/>
        <p:txBody>
          <a:bodyPr/>
          <a:lstStyle/>
          <a:p>
            <a:fld id="{816B5BE4-11DE-4F26-9BFB-79944BBF670C}" type="slidenum">
              <a:rPr kumimoji="1" lang="ja-JP" altLang="en-US" smtClean="0"/>
              <a:t>6</a:t>
            </a:fld>
            <a:endParaRPr kumimoji="1" lang="ja-JP" altLang="en-US"/>
          </a:p>
        </p:txBody>
      </p:sp>
    </p:spTree>
    <p:extLst>
      <p:ext uri="{BB962C8B-B14F-4D97-AF65-F5344CB8AC3E}">
        <p14:creationId xmlns:p14="http://schemas.microsoft.com/office/powerpoint/2010/main" val="887059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68E77-CF61-BFAD-C08D-9F1CD090ED4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C284BDB-C6AB-B84B-CE08-DEBA2195997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112BEB3-4AAA-56DD-DFC9-F73B5233952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ET</a:t>
            </a:r>
            <a:r>
              <a:rPr kumimoji="1" lang="ja-JP" altLang="en-US" dirty="0"/>
              <a:t>ロボコン主催者作成</a:t>
            </a:r>
            <a:endParaRPr kumimoji="1" lang="en-US" altLang="ja-JP" dirty="0"/>
          </a:p>
          <a:p>
            <a:endParaRPr kumimoji="1" lang="en-US" altLang="ja-JP" dirty="0"/>
          </a:p>
          <a:p>
            <a:r>
              <a:rPr kumimoji="1" lang="ja-JP" altLang="en-US" dirty="0"/>
              <a:t>目的は、</a:t>
            </a:r>
            <a:r>
              <a:rPr kumimoji="1" lang="en-US" altLang="ja-JP" dirty="0" err="1"/>
              <a:t>RasPI</a:t>
            </a:r>
            <a:r>
              <a:rPr kumimoji="1" lang="ja-JP" altLang="en-US" dirty="0"/>
              <a:t>側のソフト。</a:t>
            </a:r>
            <a:endParaRPr kumimoji="1" lang="en-US" altLang="ja-JP" dirty="0"/>
          </a:p>
          <a:p>
            <a:r>
              <a:rPr kumimoji="1" lang="ja-JP" altLang="en-US" dirty="0"/>
              <a:t>この際</a:t>
            </a:r>
            <a:r>
              <a:rPr kumimoji="1" lang="en-US" altLang="ja-JP" dirty="0"/>
              <a:t>TOPPERS/ASP3</a:t>
            </a:r>
            <a:r>
              <a:rPr kumimoji="1" lang="ja-JP" altLang="en-US" dirty="0"/>
              <a:t>に依存し、</a:t>
            </a:r>
            <a:r>
              <a:rPr kumimoji="1" lang="en-US" altLang="ja-JP" dirty="0"/>
              <a:t>Linux</a:t>
            </a:r>
            <a:r>
              <a:rPr kumimoji="1" lang="ja-JP" altLang="en-US" dirty="0"/>
              <a:t>上にエミュレータを設立し、その上に</a:t>
            </a:r>
            <a:r>
              <a:rPr kumimoji="1" lang="en-US" altLang="ja-JP" dirty="0"/>
              <a:t>RTOS</a:t>
            </a:r>
            <a:r>
              <a:rPr kumimoji="1" lang="ja-JP" altLang="en-US" dirty="0"/>
              <a:t>を起動する。</a:t>
            </a:r>
            <a:endParaRPr kumimoji="1" lang="en-US" altLang="ja-JP" dirty="0"/>
          </a:p>
          <a:p>
            <a:endParaRPr kumimoji="1" lang="en-US" altLang="ja-JP" dirty="0"/>
          </a:p>
          <a:p>
            <a:r>
              <a:rPr kumimoji="1" lang="en-US" altLang="ja-JP" dirty="0"/>
              <a:t>https://github.com/ETrobocon/RasPike-ART?tab=readme-ov-file</a:t>
            </a:r>
            <a:endParaRPr kumimoji="1" lang="ja-JP" altLang="en-US" dirty="0"/>
          </a:p>
        </p:txBody>
      </p:sp>
      <p:sp>
        <p:nvSpPr>
          <p:cNvPr id="4" name="スライド番号プレースホルダー 3">
            <a:extLst>
              <a:ext uri="{FF2B5EF4-FFF2-40B4-BE49-F238E27FC236}">
                <a16:creationId xmlns:a16="http://schemas.microsoft.com/office/drawing/2014/main" id="{D202F3B0-4CE7-A7B9-55DD-79B0729CFAA5}"/>
              </a:ext>
            </a:extLst>
          </p:cNvPr>
          <p:cNvSpPr>
            <a:spLocks noGrp="1"/>
          </p:cNvSpPr>
          <p:nvPr>
            <p:ph type="sldNum" sz="quarter" idx="5"/>
          </p:nvPr>
        </p:nvSpPr>
        <p:spPr/>
        <p:txBody>
          <a:bodyPr/>
          <a:lstStyle/>
          <a:p>
            <a:fld id="{816B5BE4-11DE-4F26-9BFB-79944BBF670C}" type="slidenum">
              <a:rPr kumimoji="1" lang="ja-JP" altLang="en-US" smtClean="0"/>
              <a:t>7</a:t>
            </a:fld>
            <a:endParaRPr kumimoji="1" lang="ja-JP" altLang="en-US"/>
          </a:p>
        </p:txBody>
      </p:sp>
    </p:spTree>
    <p:extLst>
      <p:ext uri="{BB962C8B-B14F-4D97-AF65-F5344CB8AC3E}">
        <p14:creationId xmlns:p14="http://schemas.microsoft.com/office/powerpoint/2010/main" val="2809234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47328-8D3B-F33B-739A-4A855C33BBC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B692D58-B251-E3ED-A0A3-793FCEEEC1B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67B6D15-A6FA-7B4A-FB7B-FB0B86FCE0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システナ松山イノベーションラボが作成</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err="1"/>
              <a:t>RasPike</a:t>
            </a:r>
            <a:r>
              <a:rPr kumimoji="1" lang="en-US" altLang="ja-JP" dirty="0"/>
              <a:t>-ART</a:t>
            </a:r>
            <a:r>
              <a:rPr kumimoji="1" lang="ja-JP" altLang="en-US" dirty="0"/>
              <a:t>の提供する</a:t>
            </a:r>
            <a:r>
              <a:rPr kumimoji="1" lang="en-US" altLang="ja-JP" dirty="0" err="1"/>
              <a:t>RasPI</a:t>
            </a:r>
            <a:r>
              <a:rPr kumimoji="1" lang="ja-JP" altLang="en-US" dirty="0"/>
              <a:t>ソフト開発環境を利用して、競技内容に即した運転を記述する。</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t>https://github.com/miyoshiyuu-systena/tenarobo-primary-mil-2025</a:t>
            </a:r>
            <a:endParaRPr kumimoji="1" lang="ja-JP" altLang="en-US" dirty="0"/>
          </a:p>
        </p:txBody>
      </p:sp>
      <p:sp>
        <p:nvSpPr>
          <p:cNvPr id="4" name="スライド番号プレースホルダー 3">
            <a:extLst>
              <a:ext uri="{FF2B5EF4-FFF2-40B4-BE49-F238E27FC236}">
                <a16:creationId xmlns:a16="http://schemas.microsoft.com/office/drawing/2014/main" id="{36F9058E-F79C-E0A3-8DA2-DCE596481E26}"/>
              </a:ext>
            </a:extLst>
          </p:cNvPr>
          <p:cNvSpPr>
            <a:spLocks noGrp="1"/>
          </p:cNvSpPr>
          <p:nvPr>
            <p:ph type="sldNum" sz="quarter" idx="5"/>
          </p:nvPr>
        </p:nvSpPr>
        <p:spPr/>
        <p:txBody>
          <a:bodyPr/>
          <a:lstStyle/>
          <a:p>
            <a:fld id="{816B5BE4-11DE-4F26-9BFB-79944BBF670C}" type="slidenum">
              <a:rPr kumimoji="1" lang="ja-JP" altLang="en-US" smtClean="0"/>
              <a:t>8</a:t>
            </a:fld>
            <a:endParaRPr kumimoji="1" lang="ja-JP" altLang="en-US"/>
          </a:p>
        </p:txBody>
      </p:sp>
    </p:spTree>
    <p:extLst>
      <p:ext uri="{BB962C8B-B14F-4D97-AF65-F5344CB8AC3E}">
        <p14:creationId xmlns:p14="http://schemas.microsoft.com/office/powerpoint/2010/main" val="2040369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800E60-6EBB-341A-0081-B56955B01A2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99FA811-0546-9B23-17A5-C4739150D5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29086F5-99E2-3E8C-A5FD-976F1B1375F8}"/>
              </a:ext>
            </a:extLst>
          </p:cNvPr>
          <p:cNvSpPr>
            <a:spLocks noGrp="1"/>
          </p:cNvSpPr>
          <p:nvPr>
            <p:ph type="dt" sz="half" idx="10"/>
          </p:nvPr>
        </p:nvSpPr>
        <p:spPr/>
        <p:txBody>
          <a:bodyPr/>
          <a:lstStyle/>
          <a:p>
            <a:fld id="{E1FE23CD-F94F-414F-A11E-986D49A0FF62}" type="datetimeFigureOut">
              <a:rPr kumimoji="1" lang="ja-JP" altLang="en-US" smtClean="0"/>
              <a:t>2025/5/6</a:t>
            </a:fld>
            <a:endParaRPr kumimoji="1" lang="ja-JP" altLang="en-US"/>
          </a:p>
        </p:txBody>
      </p:sp>
      <p:sp>
        <p:nvSpPr>
          <p:cNvPr id="5" name="フッター プレースホルダー 4">
            <a:extLst>
              <a:ext uri="{FF2B5EF4-FFF2-40B4-BE49-F238E27FC236}">
                <a16:creationId xmlns:a16="http://schemas.microsoft.com/office/drawing/2014/main" id="{6E3BA125-4FBF-3DD5-0C98-E60D824506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E61BCB0-8275-AC5D-C70E-3DF38AC706D0}"/>
              </a:ext>
            </a:extLst>
          </p:cNvPr>
          <p:cNvSpPr>
            <a:spLocks noGrp="1"/>
          </p:cNvSpPr>
          <p:nvPr>
            <p:ph type="sldNum" sz="quarter" idx="12"/>
          </p:nvPr>
        </p:nvSpPr>
        <p:spPr/>
        <p:txBody>
          <a:bodyPr/>
          <a:lstStyle/>
          <a:p>
            <a:fld id="{0CC95214-8216-45D4-AF0E-A0EA5B20E86E}" type="slidenum">
              <a:rPr kumimoji="1" lang="ja-JP" altLang="en-US" smtClean="0"/>
              <a:t>‹#›</a:t>
            </a:fld>
            <a:endParaRPr kumimoji="1" lang="ja-JP" altLang="en-US"/>
          </a:p>
        </p:txBody>
      </p:sp>
    </p:spTree>
    <p:extLst>
      <p:ext uri="{BB962C8B-B14F-4D97-AF65-F5344CB8AC3E}">
        <p14:creationId xmlns:p14="http://schemas.microsoft.com/office/powerpoint/2010/main" val="2021577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FFC891-D359-45F4-6A7F-43558E297EB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C2F9E1B-7580-A358-A1AD-FD280B92C42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02F94C4-2260-23B2-A273-BA19E5EF50A8}"/>
              </a:ext>
            </a:extLst>
          </p:cNvPr>
          <p:cNvSpPr>
            <a:spLocks noGrp="1"/>
          </p:cNvSpPr>
          <p:nvPr>
            <p:ph type="dt" sz="half" idx="10"/>
          </p:nvPr>
        </p:nvSpPr>
        <p:spPr/>
        <p:txBody>
          <a:bodyPr/>
          <a:lstStyle/>
          <a:p>
            <a:fld id="{E1FE23CD-F94F-414F-A11E-986D49A0FF62}" type="datetimeFigureOut">
              <a:rPr kumimoji="1" lang="ja-JP" altLang="en-US" smtClean="0"/>
              <a:t>2025/5/6</a:t>
            </a:fld>
            <a:endParaRPr kumimoji="1" lang="ja-JP" altLang="en-US"/>
          </a:p>
        </p:txBody>
      </p:sp>
      <p:sp>
        <p:nvSpPr>
          <p:cNvPr id="5" name="フッター プレースホルダー 4">
            <a:extLst>
              <a:ext uri="{FF2B5EF4-FFF2-40B4-BE49-F238E27FC236}">
                <a16:creationId xmlns:a16="http://schemas.microsoft.com/office/drawing/2014/main" id="{2C42FD4D-5C5B-60C6-268A-E0C4B374149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BCDA6C-DB0C-5F27-B1AA-E4ED4A59A4D4}"/>
              </a:ext>
            </a:extLst>
          </p:cNvPr>
          <p:cNvSpPr>
            <a:spLocks noGrp="1"/>
          </p:cNvSpPr>
          <p:nvPr>
            <p:ph type="sldNum" sz="quarter" idx="12"/>
          </p:nvPr>
        </p:nvSpPr>
        <p:spPr/>
        <p:txBody>
          <a:bodyPr/>
          <a:lstStyle/>
          <a:p>
            <a:fld id="{0CC95214-8216-45D4-AF0E-A0EA5B20E86E}" type="slidenum">
              <a:rPr kumimoji="1" lang="ja-JP" altLang="en-US" smtClean="0"/>
              <a:t>‹#›</a:t>
            </a:fld>
            <a:endParaRPr kumimoji="1" lang="ja-JP" altLang="en-US"/>
          </a:p>
        </p:txBody>
      </p:sp>
    </p:spTree>
    <p:extLst>
      <p:ext uri="{BB962C8B-B14F-4D97-AF65-F5344CB8AC3E}">
        <p14:creationId xmlns:p14="http://schemas.microsoft.com/office/powerpoint/2010/main" val="3477905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C5E898-F40D-6F2E-7249-662B8FEF7C5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4B28FCB-1F73-0448-F5E4-302129964D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5E113BC-6D5C-7C25-D047-3ECE2D8F218A}"/>
              </a:ext>
            </a:extLst>
          </p:cNvPr>
          <p:cNvSpPr>
            <a:spLocks noGrp="1"/>
          </p:cNvSpPr>
          <p:nvPr>
            <p:ph type="dt" sz="half" idx="10"/>
          </p:nvPr>
        </p:nvSpPr>
        <p:spPr/>
        <p:txBody>
          <a:bodyPr/>
          <a:lstStyle/>
          <a:p>
            <a:fld id="{E1FE23CD-F94F-414F-A11E-986D49A0FF62}" type="datetimeFigureOut">
              <a:rPr kumimoji="1" lang="ja-JP" altLang="en-US" smtClean="0"/>
              <a:t>2025/5/6</a:t>
            </a:fld>
            <a:endParaRPr kumimoji="1" lang="ja-JP" altLang="en-US"/>
          </a:p>
        </p:txBody>
      </p:sp>
      <p:sp>
        <p:nvSpPr>
          <p:cNvPr id="5" name="フッター プレースホルダー 4">
            <a:extLst>
              <a:ext uri="{FF2B5EF4-FFF2-40B4-BE49-F238E27FC236}">
                <a16:creationId xmlns:a16="http://schemas.microsoft.com/office/drawing/2014/main" id="{BD7411CD-D74A-9CEB-5A02-83C292E9E6D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3AB900B-1E88-9355-F8C8-A820B76A1062}"/>
              </a:ext>
            </a:extLst>
          </p:cNvPr>
          <p:cNvSpPr>
            <a:spLocks noGrp="1"/>
          </p:cNvSpPr>
          <p:nvPr>
            <p:ph type="sldNum" sz="quarter" idx="12"/>
          </p:nvPr>
        </p:nvSpPr>
        <p:spPr/>
        <p:txBody>
          <a:bodyPr/>
          <a:lstStyle/>
          <a:p>
            <a:fld id="{0CC95214-8216-45D4-AF0E-A0EA5B20E86E}" type="slidenum">
              <a:rPr kumimoji="1" lang="ja-JP" altLang="en-US" smtClean="0"/>
              <a:t>‹#›</a:t>
            </a:fld>
            <a:endParaRPr kumimoji="1" lang="ja-JP" altLang="en-US"/>
          </a:p>
        </p:txBody>
      </p:sp>
    </p:spTree>
    <p:extLst>
      <p:ext uri="{BB962C8B-B14F-4D97-AF65-F5344CB8AC3E}">
        <p14:creationId xmlns:p14="http://schemas.microsoft.com/office/powerpoint/2010/main" val="2003923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A80AA6-B1CD-A46F-856B-5AAFBF6A7F2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F4AE77D-C881-B5C5-B615-8A5CDF69059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D837BEA-DAC2-A80A-7CAD-223A708BF8F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FDEB15B-B3A9-66C0-2934-1B0A53CD2317}"/>
              </a:ext>
            </a:extLst>
          </p:cNvPr>
          <p:cNvSpPr>
            <a:spLocks noGrp="1"/>
          </p:cNvSpPr>
          <p:nvPr>
            <p:ph type="dt" sz="half" idx="10"/>
          </p:nvPr>
        </p:nvSpPr>
        <p:spPr/>
        <p:txBody>
          <a:bodyPr/>
          <a:lstStyle/>
          <a:p>
            <a:fld id="{E1FE23CD-F94F-414F-A11E-986D49A0FF62}" type="datetimeFigureOut">
              <a:rPr kumimoji="1" lang="ja-JP" altLang="en-US" smtClean="0"/>
              <a:t>2025/5/6</a:t>
            </a:fld>
            <a:endParaRPr kumimoji="1" lang="ja-JP" altLang="en-US"/>
          </a:p>
        </p:txBody>
      </p:sp>
      <p:sp>
        <p:nvSpPr>
          <p:cNvPr id="6" name="フッター プレースホルダー 5">
            <a:extLst>
              <a:ext uri="{FF2B5EF4-FFF2-40B4-BE49-F238E27FC236}">
                <a16:creationId xmlns:a16="http://schemas.microsoft.com/office/drawing/2014/main" id="{6974AA0A-F022-7E0D-B1AD-574C8CC5C77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ED2B4EE-2396-AEEB-43AE-DDC8FA274C1F}"/>
              </a:ext>
            </a:extLst>
          </p:cNvPr>
          <p:cNvSpPr>
            <a:spLocks noGrp="1"/>
          </p:cNvSpPr>
          <p:nvPr>
            <p:ph type="sldNum" sz="quarter" idx="12"/>
          </p:nvPr>
        </p:nvSpPr>
        <p:spPr/>
        <p:txBody>
          <a:bodyPr/>
          <a:lstStyle/>
          <a:p>
            <a:fld id="{0CC95214-8216-45D4-AF0E-A0EA5B20E86E}" type="slidenum">
              <a:rPr kumimoji="1" lang="ja-JP" altLang="en-US" smtClean="0"/>
              <a:t>‹#›</a:t>
            </a:fld>
            <a:endParaRPr kumimoji="1" lang="ja-JP" altLang="en-US"/>
          </a:p>
        </p:txBody>
      </p:sp>
    </p:spTree>
    <p:extLst>
      <p:ext uri="{BB962C8B-B14F-4D97-AF65-F5344CB8AC3E}">
        <p14:creationId xmlns:p14="http://schemas.microsoft.com/office/powerpoint/2010/main" val="279786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B62246-3104-6F03-9B55-0C37A59F08D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4DCA700-6F45-44A4-5A66-6C604EF218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F59689B-DAFC-142A-7F96-B17EE40BF46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7BF5A74-8D48-D317-5A29-BB59AEE74B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BFC3EF1-E6E4-B027-0064-24F842248AB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D60A289-296E-46F3-ED49-A0E1C505E7CF}"/>
              </a:ext>
            </a:extLst>
          </p:cNvPr>
          <p:cNvSpPr>
            <a:spLocks noGrp="1"/>
          </p:cNvSpPr>
          <p:nvPr>
            <p:ph type="dt" sz="half" idx="10"/>
          </p:nvPr>
        </p:nvSpPr>
        <p:spPr/>
        <p:txBody>
          <a:bodyPr/>
          <a:lstStyle/>
          <a:p>
            <a:fld id="{E1FE23CD-F94F-414F-A11E-986D49A0FF62}" type="datetimeFigureOut">
              <a:rPr kumimoji="1" lang="ja-JP" altLang="en-US" smtClean="0"/>
              <a:t>2025/5/6</a:t>
            </a:fld>
            <a:endParaRPr kumimoji="1" lang="ja-JP" altLang="en-US"/>
          </a:p>
        </p:txBody>
      </p:sp>
      <p:sp>
        <p:nvSpPr>
          <p:cNvPr id="8" name="フッター プレースホルダー 7">
            <a:extLst>
              <a:ext uri="{FF2B5EF4-FFF2-40B4-BE49-F238E27FC236}">
                <a16:creationId xmlns:a16="http://schemas.microsoft.com/office/drawing/2014/main" id="{945AA729-4F52-697E-D019-D043D1D6749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94C728D-A96D-0F09-082F-243AD6E36D11}"/>
              </a:ext>
            </a:extLst>
          </p:cNvPr>
          <p:cNvSpPr>
            <a:spLocks noGrp="1"/>
          </p:cNvSpPr>
          <p:nvPr>
            <p:ph type="sldNum" sz="quarter" idx="12"/>
          </p:nvPr>
        </p:nvSpPr>
        <p:spPr/>
        <p:txBody>
          <a:bodyPr/>
          <a:lstStyle/>
          <a:p>
            <a:fld id="{0CC95214-8216-45D4-AF0E-A0EA5B20E86E}" type="slidenum">
              <a:rPr kumimoji="1" lang="ja-JP" altLang="en-US" smtClean="0"/>
              <a:t>‹#›</a:t>
            </a:fld>
            <a:endParaRPr kumimoji="1" lang="ja-JP" altLang="en-US"/>
          </a:p>
        </p:txBody>
      </p:sp>
    </p:spTree>
    <p:extLst>
      <p:ext uri="{BB962C8B-B14F-4D97-AF65-F5344CB8AC3E}">
        <p14:creationId xmlns:p14="http://schemas.microsoft.com/office/powerpoint/2010/main" val="1746189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689499-5FB8-759E-FA88-B77E4507EF8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339C12B-D538-361E-CF85-87FB8F4555AD}"/>
              </a:ext>
            </a:extLst>
          </p:cNvPr>
          <p:cNvSpPr>
            <a:spLocks noGrp="1"/>
          </p:cNvSpPr>
          <p:nvPr>
            <p:ph type="dt" sz="half" idx="10"/>
          </p:nvPr>
        </p:nvSpPr>
        <p:spPr/>
        <p:txBody>
          <a:bodyPr/>
          <a:lstStyle/>
          <a:p>
            <a:fld id="{E1FE23CD-F94F-414F-A11E-986D49A0FF62}" type="datetimeFigureOut">
              <a:rPr kumimoji="1" lang="ja-JP" altLang="en-US" smtClean="0"/>
              <a:t>2025/5/6</a:t>
            </a:fld>
            <a:endParaRPr kumimoji="1" lang="ja-JP" altLang="en-US"/>
          </a:p>
        </p:txBody>
      </p:sp>
      <p:sp>
        <p:nvSpPr>
          <p:cNvPr id="4" name="フッター プレースホルダー 3">
            <a:extLst>
              <a:ext uri="{FF2B5EF4-FFF2-40B4-BE49-F238E27FC236}">
                <a16:creationId xmlns:a16="http://schemas.microsoft.com/office/drawing/2014/main" id="{A5CFDF7B-4C17-B7BE-E755-3AC00CFAA89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2035B85-D80A-79F6-8C74-0E49DCE24A31}"/>
              </a:ext>
            </a:extLst>
          </p:cNvPr>
          <p:cNvSpPr>
            <a:spLocks noGrp="1"/>
          </p:cNvSpPr>
          <p:nvPr>
            <p:ph type="sldNum" sz="quarter" idx="12"/>
          </p:nvPr>
        </p:nvSpPr>
        <p:spPr/>
        <p:txBody>
          <a:bodyPr/>
          <a:lstStyle/>
          <a:p>
            <a:fld id="{0CC95214-8216-45D4-AF0E-A0EA5B20E86E}" type="slidenum">
              <a:rPr kumimoji="1" lang="ja-JP" altLang="en-US" smtClean="0"/>
              <a:t>‹#›</a:t>
            </a:fld>
            <a:endParaRPr kumimoji="1" lang="ja-JP" altLang="en-US"/>
          </a:p>
        </p:txBody>
      </p:sp>
    </p:spTree>
    <p:extLst>
      <p:ext uri="{BB962C8B-B14F-4D97-AF65-F5344CB8AC3E}">
        <p14:creationId xmlns:p14="http://schemas.microsoft.com/office/powerpoint/2010/main" val="1736431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50E351B-F6BE-3F78-81FE-88A4B7D6DAD3}"/>
              </a:ext>
            </a:extLst>
          </p:cNvPr>
          <p:cNvSpPr>
            <a:spLocks noGrp="1"/>
          </p:cNvSpPr>
          <p:nvPr>
            <p:ph type="dt" sz="half" idx="10"/>
          </p:nvPr>
        </p:nvSpPr>
        <p:spPr/>
        <p:txBody>
          <a:bodyPr/>
          <a:lstStyle/>
          <a:p>
            <a:fld id="{E1FE23CD-F94F-414F-A11E-986D49A0FF62}" type="datetimeFigureOut">
              <a:rPr kumimoji="1" lang="ja-JP" altLang="en-US" smtClean="0"/>
              <a:t>2025/5/6</a:t>
            </a:fld>
            <a:endParaRPr kumimoji="1" lang="ja-JP" altLang="en-US"/>
          </a:p>
        </p:txBody>
      </p:sp>
      <p:sp>
        <p:nvSpPr>
          <p:cNvPr id="3" name="フッター プレースホルダー 2">
            <a:extLst>
              <a:ext uri="{FF2B5EF4-FFF2-40B4-BE49-F238E27FC236}">
                <a16:creationId xmlns:a16="http://schemas.microsoft.com/office/drawing/2014/main" id="{3CD681BF-9B3D-F6CA-6206-3708510E530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30C1196-4D2B-A55E-E49E-6C46EA8E19FF}"/>
              </a:ext>
            </a:extLst>
          </p:cNvPr>
          <p:cNvSpPr>
            <a:spLocks noGrp="1"/>
          </p:cNvSpPr>
          <p:nvPr>
            <p:ph type="sldNum" sz="quarter" idx="12"/>
          </p:nvPr>
        </p:nvSpPr>
        <p:spPr/>
        <p:txBody>
          <a:bodyPr/>
          <a:lstStyle/>
          <a:p>
            <a:fld id="{0CC95214-8216-45D4-AF0E-A0EA5B20E86E}" type="slidenum">
              <a:rPr kumimoji="1" lang="ja-JP" altLang="en-US" smtClean="0"/>
              <a:t>‹#›</a:t>
            </a:fld>
            <a:endParaRPr kumimoji="1" lang="ja-JP" altLang="en-US"/>
          </a:p>
        </p:txBody>
      </p:sp>
    </p:spTree>
    <p:extLst>
      <p:ext uri="{BB962C8B-B14F-4D97-AF65-F5344CB8AC3E}">
        <p14:creationId xmlns:p14="http://schemas.microsoft.com/office/powerpoint/2010/main" val="2832704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BED802-7A98-A677-773B-3777E739BD8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BA8198E-4147-1A9A-8361-078732E244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9F3FD25-242D-6E04-F61B-C098D4752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FF7BBD0-1503-06EC-1176-72231FD728A2}"/>
              </a:ext>
            </a:extLst>
          </p:cNvPr>
          <p:cNvSpPr>
            <a:spLocks noGrp="1"/>
          </p:cNvSpPr>
          <p:nvPr>
            <p:ph type="dt" sz="half" idx="10"/>
          </p:nvPr>
        </p:nvSpPr>
        <p:spPr/>
        <p:txBody>
          <a:bodyPr/>
          <a:lstStyle/>
          <a:p>
            <a:fld id="{E1FE23CD-F94F-414F-A11E-986D49A0FF62}" type="datetimeFigureOut">
              <a:rPr kumimoji="1" lang="ja-JP" altLang="en-US" smtClean="0"/>
              <a:t>2025/5/6</a:t>
            </a:fld>
            <a:endParaRPr kumimoji="1" lang="ja-JP" altLang="en-US"/>
          </a:p>
        </p:txBody>
      </p:sp>
      <p:sp>
        <p:nvSpPr>
          <p:cNvPr id="6" name="フッター プレースホルダー 5">
            <a:extLst>
              <a:ext uri="{FF2B5EF4-FFF2-40B4-BE49-F238E27FC236}">
                <a16:creationId xmlns:a16="http://schemas.microsoft.com/office/drawing/2014/main" id="{3BC07D33-C2F2-C4CD-ABFD-24A23ECF0AF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27AD9E5-2E2D-BF9D-CF52-CE080B5B42FB}"/>
              </a:ext>
            </a:extLst>
          </p:cNvPr>
          <p:cNvSpPr>
            <a:spLocks noGrp="1"/>
          </p:cNvSpPr>
          <p:nvPr>
            <p:ph type="sldNum" sz="quarter" idx="12"/>
          </p:nvPr>
        </p:nvSpPr>
        <p:spPr/>
        <p:txBody>
          <a:bodyPr/>
          <a:lstStyle/>
          <a:p>
            <a:fld id="{0CC95214-8216-45D4-AF0E-A0EA5B20E86E}" type="slidenum">
              <a:rPr kumimoji="1" lang="ja-JP" altLang="en-US" smtClean="0"/>
              <a:t>‹#›</a:t>
            </a:fld>
            <a:endParaRPr kumimoji="1" lang="ja-JP" altLang="en-US"/>
          </a:p>
        </p:txBody>
      </p:sp>
    </p:spTree>
    <p:extLst>
      <p:ext uri="{BB962C8B-B14F-4D97-AF65-F5344CB8AC3E}">
        <p14:creationId xmlns:p14="http://schemas.microsoft.com/office/powerpoint/2010/main" val="3636733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C7909F-A99A-39DF-D85D-89166E352F8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AA9C910-D229-B789-E081-C4D8E6ADF6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DC40F4C-0BA6-6FFE-D73E-D5F2AE680C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00B05B9-091B-69E6-7A2F-396E43089DBE}"/>
              </a:ext>
            </a:extLst>
          </p:cNvPr>
          <p:cNvSpPr>
            <a:spLocks noGrp="1"/>
          </p:cNvSpPr>
          <p:nvPr>
            <p:ph type="dt" sz="half" idx="10"/>
          </p:nvPr>
        </p:nvSpPr>
        <p:spPr/>
        <p:txBody>
          <a:bodyPr/>
          <a:lstStyle/>
          <a:p>
            <a:fld id="{E1FE23CD-F94F-414F-A11E-986D49A0FF62}" type="datetimeFigureOut">
              <a:rPr kumimoji="1" lang="ja-JP" altLang="en-US" smtClean="0"/>
              <a:t>2025/5/6</a:t>
            </a:fld>
            <a:endParaRPr kumimoji="1" lang="ja-JP" altLang="en-US"/>
          </a:p>
        </p:txBody>
      </p:sp>
      <p:sp>
        <p:nvSpPr>
          <p:cNvPr id="6" name="フッター プレースホルダー 5">
            <a:extLst>
              <a:ext uri="{FF2B5EF4-FFF2-40B4-BE49-F238E27FC236}">
                <a16:creationId xmlns:a16="http://schemas.microsoft.com/office/drawing/2014/main" id="{7F4B14AE-C65E-2412-023B-FB0E46ADFBF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8014106-0EF4-B078-6257-0130AF6C3567}"/>
              </a:ext>
            </a:extLst>
          </p:cNvPr>
          <p:cNvSpPr>
            <a:spLocks noGrp="1"/>
          </p:cNvSpPr>
          <p:nvPr>
            <p:ph type="sldNum" sz="quarter" idx="12"/>
          </p:nvPr>
        </p:nvSpPr>
        <p:spPr/>
        <p:txBody>
          <a:bodyPr/>
          <a:lstStyle/>
          <a:p>
            <a:fld id="{0CC95214-8216-45D4-AF0E-A0EA5B20E86E}" type="slidenum">
              <a:rPr kumimoji="1" lang="ja-JP" altLang="en-US" smtClean="0"/>
              <a:t>‹#›</a:t>
            </a:fld>
            <a:endParaRPr kumimoji="1" lang="ja-JP" altLang="en-US"/>
          </a:p>
        </p:txBody>
      </p:sp>
    </p:spTree>
    <p:extLst>
      <p:ext uri="{BB962C8B-B14F-4D97-AF65-F5344CB8AC3E}">
        <p14:creationId xmlns:p14="http://schemas.microsoft.com/office/powerpoint/2010/main" val="2636537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818753-D91B-7825-8243-F506053AA433}"/>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81878EA-DA61-A00A-196B-BC609C70DA3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885CA28-5FBD-B8A7-48D6-2EA1D79C90E7}"/>
              </a:ext>
            </a:extLst>
          </p:cNvPr>
          <p:cNvSpPr>
            <a:spLocks noGrp="1"/>
          </p:cNvSpPr>
          <p:nvPr>
            <p:ph type="dt" sz="half" idx="10"/>
          </p:nvPr>
        </p:nvSpPr>
        <p:spPr/>
        <p:txBody>
          <a:bodyPr/>
          <a:lstStyle/>
          <a:p>
            <a:fld id="{E1FE23CD-F94F-414F-A11E-986D49A0FF62}" type="datetimeFigureOut">
              <a:rPr kumimoji="1" lang="ja-JP" altLang="en-US" smtClean="0"/>
              <a:t>2025/5/6</a:t>
            </a:fld>
            <a:endParaRPr kumimoji="1" lang="ja-JP" altLang="en-US"/>
          </a:p>
        </p:txBody>
      </p:sp>
      <p:sp>
        <p:nvSpPr>
          <p:cNvPr id="5" name="フッター プレースホルダー 4">
            <a:extLst>
              <a:ext uri="{FF2B5EF4-FFF2-40B4-BE49-F238E27FC236}">
                <a16:creationId xmlns:a16="http://schemas.microsoft.com/office/drawing/2014/main" id="{8A6959E8-6306-D1EB-CA89-076DF43F882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D1281CE-49CE-9778-39E5-914BC1626910}"/>
              </a:ext>
            </a:extLst>
          </p:cNvPr>
          <p:cNvSpPr>
            <a:spLocks noGrp="1"/>
          </p:cNvSpPr>
          <p:nvPr>
            <p:ph type="sldNum" sz="quarter" idx="12"/>
          </p:nvPr>
        </p:nvSpPr>
        <p:spPr/>
        <p:txBody>
          <a:bodyPr/>
          <a:lstStyle/>
          <a:p>
            <a:fld id="{0CC95214-8216-45D4-AF0E-A0EA5B20E86E}" type="slidenum">
              <a:rPr kumimoji="1" lang="ja-JP" altLang="en-US" smtClean="0"/>
              <a:t>‹#›</a:t>
            </a:fld>
            <a:endParaRPr kumimoji="1" lang="ja-JP" altLang="en-US"/>
          </a:p>
        </p:txBody>
      </p:sp>
    </p:spTree>
    <p:extLst>
      <p:ext uri="{BB962C8B-B14F-4D97-AF65-F5344CB8AC3E}">
        <p14:creationId xmlns:p14="http://schemas.microsoft.com/office/powerpoint/2010/main" val="4167634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336A16B-DBF2-7C2E-672B-6CC84651936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5B901C1-FAC8-4CBF-9707-E0DD051ADE8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69F7DCE-3208-BBE3-323E-00250A1B3F5C}"/>
              </a:ext>
            </a:extLst>
          </p:cNvPr>
          <p:cNvSpPr>
            <a:spLocks noGrp="1"/>
          </p:cNvSpPr>
          <p:nvPr>
            <p:ph type="dt" sz="half" idx="10"/>
          </p:nvPr>
        </p:nvSpPr>
        <p:spPr/>
        <p:txBody>
          <a:bodyPr/>
          <a:lstStyle/>
          <a:p>
            <a:fld id="{E1FE23CD-F94F-414F-A11E-986D49A0FF62}" type="datetimeFigureOut">
              <a:rPr kumimoji="1" lang="ja-JP" altLang="en-US" smtClean="0"/>
              <a:t>2025/5/6</a:t>
            </a:fld>
            <a:endParaRPr kumimoji="1" lang="ja-JP" altLang="en-US"/>
          </a:p>
        </p:txBody>
      </p:sp>
      <p:sp>
        <p:nvSpPr>
          <p:cNvPr id="5" name="フッター プレースホルダー 4">
            <a:extLst>
              <a:ext uri="{FF2B5EF4-FFF2-40B4-BE49-F238E27FC236}">
                <a16:creationId xmlns:a16="http://schemas.microsoft.com/office/drawing/2014/main" id="{5D5E9BE7-B65D-F1D4-ED71-1DC9D723B9E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85D8983-6C3D-810A-7A2C-A71DC3D14678}"/>
              </a:ext>
            </a:extLst>
          </p:cNvPr>
          <p:cNvSpPr>
            <a:spLocks noGrp="1"/>
          </p:cNvSpPr>
          <p:nvPr>
            <p:ph type="sldNum" sz="quarter" idx="12"/>
          </p:nvPr>
        </p:nvSpPr>
        <p:spPr/>
        <p:txBody>
          <a:bodyPr/>
          <a:lstStyle/>
          <a:p>
            <a:fld id="{0CC95214-8216-45D4-AF0E-A0EA5B20E86E}" type="slidenum">
              <a:rPr kumimoji="1" lang="ja-JP" altLang="en-US" smtClean="0"/>
              <a:t>‹#›</a:t>
            </a:fld>
            <a:endParaRPr kumimoji="1" lang="ja-JP" altLang="en-US"/>
          </a:p>
        </p:txBody>
      </p:sp>
    </p:spTree>
    <p:extLst>
      <p:ext uri="{BB962C8B-B14F-4D97-AF65-F5344CB8AC3E}">
        <p14:creationId xmlns:p14="http://schemas.microsoft.com/office/powerpoint/2010/main" val="2604826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86881AE-E3AF-71A0-C451-E72A55C655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E284C0B-7331-160F-32A3-899876DE77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B33DE84-53AC-F612-EA93-FF9215C26A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FE23CD-F94F-414F-A11E-986D49A0FF62}" type="datetimeFigureOut">
              <a:rPr kumimoji="1" lang="ja-JP" altLang="en-US" smtClean="0"/>
              <a:t>2025/5/6</a:t>
            </a:fld>
            <a:endParaRPr kumimoji="1" lang="ja-JP" altLang="en-US"/>
          </a:p>
        </p:txBody>
      </p:sp>
      <p:sp>
        <p:nvSpPr>
          <p:cNvPr id="5" name="フッター プレースホルダー 4">
            <a:extLst>
              <a:ext uri="{FF2B5EF4-FFF2-40B4-BE49-F238E27FC236}">
                <a16:creationId xmlns:a16="http://schemas.microsoft.com/office/drawing/2014/main" id="{D4F2F09E-041B-62A6-95BE-9B9FEF36E7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D2E52ED-D1E8-738D-5C18-5DA9D9F910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C95214-8216-45D4-AF0E-A0EA5B20E86E}" type="slidenum">
              <a:rPr kumimoji="1" lang="ja-JP" altLang="en-US" smtClean="0"/>
              <a:t>‹#›</a:t>
            </a:fld>
            <a:endParaRPr kumimoji="1" lang="ja-JP" altLang="en-US"/>
          </a:p>
        </p:txBody>
      </p:sp>
    </p:spTree>
    <p:extLst>
      <p:ext uri="{BB962C8B-B14F-4D97-AF65-F5344CB8AC3E}">
        <p14:creationId xmlns:p14="http://schemas.microsoft.com/office/powerpoint/2010/main" val="1839046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49BBEB00-D849-1817-13DB-33C87384C64B}"/>
              </a:ext>
            </a:extLst>
          </p:cNvPr>
          <p:cNvSpPr/>
          <p:nvPr/>
        </p:nvSpPr>
        <p:spPr>
          <a:xfrm>
            <a:off x="4957011" y="834189"/>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latin typeface="メイリオ" panose="020B0604030504040204" pitchFamily="50" charset="-128"/>
                <a:ea typeface="メイリオ" panose="020B0604030504040204" pitchFamily="50" charset="-128"/>
              </a:rPr>
              <a:t>サンプル</a:t>
            </a:r>
          </a:p>
        </p:txBody>
      </p:sp>
      <p:cxnSp>
        <p:nvCxnSpPr>
          <p:cNvPr id="6" name="直線矢印コネクタ 5">
            <a:extLst>
              <a:ext uri="{FF2B5EF4-FFF2-40B4-BE49-F238E27FC236}">
                <a16:creationId xmlns:a16="http://schemas.microsoft.com/office/drawing/2014/main" id="{1B7DF347-03F9-9043-FBDA-FCE0C2357753}"/>
              </a:ext>
            </a:extLst>
          </p:cNvPr>
          <p:cNvCxnSpPr>
            <a:cxnSpLocks/>
          </p:cNvCxnSpPr>
          <p:nvPr/>
        </p:nvCxnSpPr>
        <p:spPr>
          <a:xfrm>
            <a:off x="2863516" y="3774269"/>
            <a:ext cx="0" cy="1227221"/>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219397AE-F1B0-8639-3C30-34D1069BB027}"/>
              </a:ext>
            </a:extLst>
          </p:cNvPr>
          <p:cNvSpPr txBox="1"/>
          <p:nvPr/>
        </p:nvSpPr>
        <p:spPr>
          <a:xfrm>
            <a:off x="2999873" y="3128210"/>
            <a:ext cx="1107996" cy="369332"/>
          </a:xfrm>
          <a:prstGeom prst="rect">
            <a:avLst/>
          </a:prstGeom>
          <a:noFill/>
        </p:spPr>
        <p:txBody>
          <a:bodyPr wrap="none" rtlCol="0">
            <a:spAutoFit/>
          </a:bodyPr>
          <a:lstStyle/>
          <a:p>
            <a:r>
              <a:rPr kumimoji="1" lang="ja-JP" altLang="en-US" dirty="0">
                <a:latin typeface="メイリオ" panose="020B0604030504040204" pitchFamily="50" charset="-128"/>
                <a:ea typeface="メイリオ" panose="020B0604030504040204" pitchFamily="50" charset="-128"/>
              </a:rPr>
              <a:t>サンプル</a:t>
            </a:r>
          </a:p>
        </p:txBody>
      </p:sp>
      <p:sp>
        <p:nvSpPr>
          <p:cNvPr id="10" name="テキスト ボックス 9">
            <a:extLst>
              <a:ext uri="{FF2B5EF4-FFF2-40B4-BE49-F238E27FC236}">
                <a16:creationId xmlns:a16="http://schemas.microsoft.com/office/drawing/2014/main" id="{0F93FC9E-97E6-8C8A-F4B3-7E629A9C12B8}"/>
              </a:ext>
            </a:extLst>
          </p:cNvPr>
          <p:cNvSpPr txBox="1"/>
          <p:nvPr/>
        </p:nvSpPr>
        <p:spPr>
          <a:xfrm>
            <a:off x="1138989" y="441157"/>
            <a:ext cx="1415772" cy="584775"/>
          </a:xfrm>
          <a:prstGeom prst="rect">
            <a:avLst/>
          </a:prstGeom>
          <a:noFill/>
        </p:spPr>
        <p:txBody>
          <a:bodyPr wrap="none" rtlCol="0">
            <a:spAutoFit/>
          </a:bodyPr>
          <a:lstStyle/>
          <a:p>
            <a:r>
              <a:rPr lang="ja-JP" altLang="en-US" sz="3200" dirty="0">
                <a:latin typeface="メイリオ" panose="020B0604030504040204" pitchFamily="50" charset="-128"/>
                <a:ea typeface="メイリオ" panose="020B0604030504040204" pitchFamily="50" charset="-128"/>
              </a:rPr>
              <a:t>部品庫</a:t>
            </a:r>
            <a:endParaRPr kumimoji="1" lang="ja-JP" altLang="en-US" sz="3200" dirty="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06190FD9-32F3-B47F-E686-41613BCBE7C8}"/>
              </a:ext>
            </a:extLst>
          </p:cNvPr>
          <p:cNvSpPr/>
          <p:nvPr/>
        </p:nvSpPr>
        <p:spPr>
          <a:xfrm>
            <a:off x="4957011" y="2831250"/>
            <a:ext cx="1440000" cy="1440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latin typeface="メイリオ" panose="020B0604030504040204" pitchFamily="50" charset="-128"/>
                <a:ea typeface="メイリオ" panose="020B0604030504040204" pitchFamily="50" charset="-128"/>
              </a:rPr>
              <a:t>サンプル</a:t>
            </a:r>
          </a:p>
        </p:txBody>
      </p:sp>
      <p:sp>
        <p:nvSpPr>
          <p:cNvPr id="12" name="正方形/長方形 11">
            <a:extLst>
              <a:ext uri="{FF2B5EF4-FFF2-40B4-BE49-F238E27FC236}">
                <a16:creationId xmlns:a16="http://schemas.microsoft.com/office/drawing/2014/main" id="{940398B4-BFB7-2CA2-7B79-F838B05B71AD}"/>
              </a:ext>
            </a:extLst>
          </p:cNvPr>
          <p:cNvSpPr/>
          <p:nvPr/>
        </p:nvSpPr>
        <p:spPr>
          <a:xfrm>
            <a:off x="4957011" y="4828311"/>
            <a:ext cx="1440000" cy="1440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latin typeface="メイリオ" panose="020B0604030504040204" pitchFamily="50" charset="-128"/>
                <a:ea typeface="メイリオ" panose="020B0604030504040204" pitchFamily="50" charset="-128"/>
              </a:rPr>
              <a:t>サンプル</a:t>
            </a:r>
          </a:p>
        </p:txBody>
      </p:sp>
      <p:sp>
        <p:nvSpPr>
          <p:cNvPr id="13" name="フローチャート: 代替処理 12">
            <a:extLst>
              <a:ext uri="{FF2B5EF4-FFF2-40B4-BE49-F238E27FC236}">
                <a16:creationId xmlns:a16="http://schemas.microsoft.com/office/drawing/2014/main" id="{A26732BD-6AA0-FE41-7DB5-77451044C5CA}"/>
              </a:ext>
            </a:extLst>
          </p:cNvPr>
          <p:cNvSpPr/>
          <p:nvPr/>
        </p:nvSpPr>
        <p:spPr>
          <a:xfrm>
            <a:off x="7170821" y="1025932"/>
            <a:ext cx="2520000" cy="432000"/>
          </a:xfrm>
          <a:prstGeom prst="flowChartAlternateProcess">
            <a:avLst/>
          </a:prstGeom>
          <a:no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lumMod val="85000"/>
                    <a:lumOff val="15000"/>
                  </a:schemeClr>
                </a:solidFill>
                <a:latin typeface="メイリオ" panose="020B0604030504040204" pitchFamily="50" charset="-128"/>
                <a:ea typeface="メイリオ" panose="020B0604030504040204" pitchFamily="50" charset="-128"/>
              </a:rPr>
              <a:t>サンプル</a:t>
            </a:r>
            <a:endParaRPr kumimoji="1" lang="ja-JP" altLang="en-US" sz="1200"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E71B9129-0BF0-533F-997C-D5ED443D0C22}"/>
              </a:ext>
            </a:extLst>
          </p:cNvPr>
          <p:cNvSpPr/>
          <p:nvPr/>
        </p:nvSpPr>
        <p:spPr>
          <a:xfrm>
            <a:off x="7170821" y="2111250"/>
            <a:ext cx="2520000" cy="432000"/>
          </a:xfrm>
          <a:prstGeom prst="rect">
            <a:avLst/>
          </a:prstGeom>
          <a:no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85000"/>
                    <a:lumOff val="15000"/>
                  </a:schemeClr>
                </a:solidFill>
                <a:latin typeface="メイリオ" panose="020B0604030504040204" pitchFamily="50" charset="-128"/>
                <a:ea typeface="メイリオ" panose="020B0604030504040204" pitchFamily="50" charset="-128"/>
              </a:rPr>
              <a:t>サンプル</a:t>
            </a:r>
          </a:p>
        </p:txBody>
      </p:sp>
      <p:sp>
        <p:nvSpPr>
          <p:cNvPr id="15" name="フローチャート: 判断 14">
            <a:extLst>
              <a:ext uri="{FF2B5EF4-FFF2-40B4-BE49-F238E27FC236}">
                <a16:creationId xmlns:a16="http://schemas.microsoft.com/office/drawing/2014/main" id="{51820458-C490-3D40-F0E6-7B00AD9DE2DF}"/>
              </a:ext>
            </a:extLst>
          </p:cNvPr>
          <p:cNvSpPr/>
          <p:nvPr/>
        </p:nvSpPr>
        <p:spPr>
          <a:xfrm>
            <a:off x="7170821" y="3191218"/>
            <a:ext cx="2520000" cy="648000"/>
          </a:xfrm>
          <a:prstGeom prst="flowChartDecision">
            <a:avLst/>
          </a:prstGeom>
          <a:no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85000"/>
                    <a:lumOff val="15000"/>
                  </a:schemeClr>
                </a:solidFill>
                <a:latin typeface="メイリオ" panose="020B0604030504040204" pitchFamily="50" charset="-128"/>
                <a:ea typeface="メイリオ" panose="020B0604030504040204" pitchFamily="50" charset="-128"/>
              </a:rPr>
              <a:t>サンプル</a:t>
            </a:r>
          </a:p>
        </p:txBody>
      </p:sp>
      <p:sp>
        <p:nvSpPr>
          <p:cNvPr id="16" name="フローチャート: 端子 15">
            <a:extLst>
              <a:ext uri="{FF2B5EF4-FFF2-40B4-BE49-F238E27FC236}">
                <a16:creationId xmlns:a16="http://schemas.microsoft.com/office/drawing/2014/main" id="{732D93F3-1BE3-3E3C-28D2-FC7B776F1324}"/>
              </a:ext>
            </a:extLst>
          </p:cNvPr>
          <p:cNvSpPr/>
          <p:nvPr/>
        </p:nvSpPr>
        <p:spPr>
          <a:xfrm>
            <a:off x="7170820" y="4086127"/>
            <a:ext cx="2519993" cy="432000"/>
          </a:xfrm>
          <a:prstGeom prst="flowChartTerminator">
            <a:avLst/>
          </a:prstGeom>
          <a:no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85000"/>
                    <a:lumOff val="15000"/>
                  </a:schemeClr>
                </a:solidFill>
                <a:latin typeface="メイリオ" panose="020B0604030504040204" pitchFamily="50" charset="-128"/>
                <a:ea typeface="メイリオ" panose="020B0604030504040204" pitchFamily="50" charset="-128"/>
              </a:rPr>
              <a:t>サンプル</a:t>
            </a:r>
          </a:p>
        </p:txBody>
      </p:sp>
    </p:spTree>
    <p:extLst>
      <p:ext uri="{BB962C8B-B14F-4D97-AF65-F5344CB8AC3E}">
        <p14:creationId xmlns:p14="http://schemas.microsoft.com/office/powerpoint/2010/main" val="3997115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49120933-67F4-2822-629B-703AAE26E5B9}"/>
              </a:ext>
            </a:extLst>
          </p:cNvPr>
          <p:cNvSpPr/>
          <p:nvPr/>
        </p:nvSpPr>
        <p:spPr>
          <a:xfrm>
            <a:off x="537410" y="547695"/>
            <a:ext cx="10507579" cy="3679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5" name="グループ化 24">
            <a:extLst>
              <a:ext uri="{FF2B5EF4-FFF2-40B4-BE49-F238E27FC236}">
                <a16:creationId xmlns:a16="http://schemas.microsoft.com/office/drawing/2014/main" id="{7FAF99B4-8484-E939-F109-818EF33A97E3}"/>
              </a:ext>
            </a:extLst>
          </p:cNvPr>
          <p:cNvGrpSpPr/>
          <p:nvPr/>
        </p:nvGrpSpPr>
        <p:grpSpPr>
          <a:xfrm>
            <a:off x="1475873" y="1001910"/>
            <a:ext cx="8630652" cy="2770970"/>
            <a:chOff x="1780674" y="611863"/>
            <a:chExt cx="8630652" cy="2770970"/>
          </a:xfrm>
        </p:grpSpPr>
        <p:sp>
          <p:nvSpPr>
            <p:cNvPr id="3" name="正方形/長方形 2">
              <a:extLst>
                <a:ext uri="{FF2B5EF4-FFF2-40B4-BE49-F238E27FC236}">
                  <a16:creationId xmlns:a16="http://schemas.microsoft.com/office/drawing/2014/main" id="{D329271E-0150-2D81-6B94-BBB385E390AB}"/>
                </a:ext>
              </a:extLst>
            </p:cNvPr>
            <p:cNvSpPr/>
            <p:nvPr/>
          </p:nvSpPr>
          <p:spPr>
            <a:xfrm>
              <a:off x="1780674" y="1463882"/>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err="1">
                  <a:solidFill>
                    <a:schemeClr val="bg1"/>
                  </a:solidFill>
                  <a:latin typeface="メイリオ" panose="020B0604030504040204" pitchFamily="50" charset="-128"/>
                  <a:ea typeface="メイリオ" panose="020B0604030504040204" pitchFamily="50" charset="-128"/>
                </a:rPr>
                <a:t>systemd</a:t>
              </a:r>
              <a:endParaRPr kumimoji="1" lang="ja-JP" altLang="en-US" sz="1600" dirty="0">
                <a:solidFill>
                  <a:schemeClr val="bg1"/>
                </a:solidFill>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5529EB6-2315-FA1C-6250-673D8B25DF0B}"/>
                </a:ext>
              </a:extLst>
            </p:cNvPr>
            <p:cNvSpPr/>
            <p:nvPr/>
          </p:nvSpPr>
          <p:spPr>
            <a:xfrm>
              <a:off x="5376000" y="1463882"/>
              <a:ext cx="1440000" cy="1440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bg1"/>
                  </a:solidFill>
                  <a:latin typeface="メイリオ" panose="020B0604030504040204" pitchFamily="50" charset="-128"/>
                  <a:ea typeface="メイリオ" panose="020B0604030504040204" pitchFamily="50" charset="-128"/>
                </a:rPr>
                <a:t>autoexec.sh</a:t>
              </a:r>
              <a:endParaRPr kumimoji="1" lang="ja-JP" altLang="en-US" sz="1600" dirty="0">
                <a:solidFill>
                  <a:schemeClr val="bg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4434FAA-1E2A-0B09-3686-8981226A7348}"/>
                </a:ext>
              </a:extLst>
            </p:cNvPr>
            <p:cNvSpPr/>
            <p:nvPr/>
          </p:nvSpPr>
          <p:spPr>
            <a:xfrm>
              <a:off x="8971326" y="1463882"/>
              <a:ext cx="1440000" cy="1440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bg1"/>
                  </a:solidFill>
                  <a:latin typeface="メイリオ" panose="020B0604030504040204" pitchFamily="50" charset="-128"/>
                  <a:ea typeface="メイリオ" panose="020B0604030504040204" pitchFamily="50" charset="-128"/>
                </a:rPr>
                <a:t>プログラム</a:t>
              </a:r>
            </a:p>
          </p:txBody>
        </p:sp>
        <p:cxnSp>
          <p:nvCxnSpPr>
            <p:cNvPr id="7" name="直線矢印コネクタ 6">
              <a:extLst>
                <a:ext uri="{FF2B5EF4-FFF2-40B4-BE49-F238E27FC236}">
                  <a16:creationId xmlns:a16="http://schemas.microsoft.com/office/drawing/2014/main" id="{2743ADAF-1EC7-812F-3570-4698B8024DCC}"/>
                </a:ext>
              </a:extLst>
            </p:cNvPr>
            <p:cNvCxnSpPr>
              <a:cxnSpLocks/>
              <a:stCxn id="3" idx="3"/>
              <a:endCxn id="4" idx="1"/>
            </p:cNvCxnSpPr>
            <p:nvPr/>
          </p:nvCxnSpPr>
          <p:spPr>
            <a:xfrm>
              <a:off x="3220674" y="2183882"/>
              <a:ext cx="2155326" cy="0"/>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CC30E7CA-E7D8-EA17-2A00-88736D64500D}"/>
                </a:ext>
              </a:extLst>
            </p:cNvPr>
            <p:cNvCxnSpPr>
              <a:cxnSpLocks/>
              <a:stCxn id="4" idx="3"/>
              <a:endCxn id="5" idx="1"/>
            </p:cNvCxnSpPr>
            <p:nvPr/>
          </p:nvCxnSpPr>
          <p:spPr>
            <a:xfrm>
              <a:off x="6816000" y="2183882"/>
              <a:ext cx="2155326" cy="0"/>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6" name="グラフィックス 15" descr="紙">
              <a:extLst>
                <a:ext uri="{FF2B5EF4-FFF2-40B4-BE49-F238E27FC236}">
                  <a16:creationId xmlns:a16="http://schemas.microsoft.com/office/drawing/2014/main" id="{4500AEAF-BD34-E29B-64F3-B040BABB50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11583" y="611863"/>
              <a:ext cx="573503" cy="573503"/>
            </a:xfrm>
            <a:prstGeom prst="rect">
              <a:avLst/>
            </a:prstGeom>
          </p:spPr>
        </p:pic>
        <p:sp>
          <p:nvSpPr>
            <p:cNvPr id="17" name="テキスト ボックス 16">
              <a:extLst>
                <a:ext uri="{FF2B5EF4-FFF2-40B4-BE49-F238E27FC236}">
                  <a16:creationId xmlns:a16="http://schemas.microsoft.com/office/drawing/2014/main" id="{E822CC1A-4038-4AF4-25E2-5C2C4204D474}"/>
                </a:ext>
              </a:extLst>
            </p:cNvPr>
            <p:cNvSpPr txBox="1"/>
            <p:nvPr/>
          </p:nvSpPr>
          <p:spPr>
            <a:xfrm>
              <a:off x="3531684" y="1253545"/>
              <a:ext cx="1533305" cy="646331"/>
            </a:xfrm>
            <a:prstGeom prst="rect">
              <a:avLst/>
            </a:prstGeom>
            <a:noFill/>
          </p:spPr>
          <p:txBody>
            <a:bodyPr wrap="none" rtlCol="0">
              <a:spAutoFit/>
            </a:bodyPr>
            <a:lstStyle/>
            <a:p>
              <a:pPr algn="ctr"/>
              <a:r>
                <a:rPr kumimoji="1" lang="en-US" altLang="ja-JP" sz="1200" dirty="0" err="1">
                  <a:latin typeface="メイリオ" panose="020B0604030504040204" pitchFamily="50" charset="-128"/>
                  <a:ea typeface="メイリオ" panose="020B0604030504040204" pitchFamily="50" charset="-128"/>
                </a:rPr>
                <a:t>RasPIAuto.service</a:t>
              </a:r>
              <a:endParaRPr kumimoji="1" lang="en-US" altLang="ja-JP" sz="1200" dirty="0">
                <a:latin typeface="メイリオ" panose="020B0604030504040204" pitchFamily="50" charset="-128"/>
                <a:ea typeface="メイリオ" panose="020B0604030504040204" pitchFamily="50" charset="-128"/>
              </a:endParaRPr>
            </a:p>
            <a:p>
              <a:pPr algn="ctr"/>
              <a:r>
                <a:rPr lang="ja-JP" altLang="en-US" sz="1200" dirty="0">
                  <a:latin typeface="メイリオ" panose="020B0604030504040204" pitchFamily="50" charset="-128"/>
                  <a:ea typeface="メイリオ" panose="020B0604030504040204" pitchFamily="50" charset="-128"/>
                </a:rPr>
                <a:t>に基づく</a:t>
              </a:r>
              <a:endParaRPr lang="en-US" altLang="ja-JP" sz="1200" dirty="0">
                <a:latin typeface="メイリオ" panose="020B0604030504040204" pitchFamily="50" charset="-128"/>
                <a:ea typeface="メイリオ" panose="020B0604030504040204" pitchFamily="50" charset="-128"/>
              </a:endParaRPr>
            </a:p>
            <a:p>
              <a:pPr algn="ctr"/>
              <a:r>
                <a:rPr lang="ja-JP" altLang="en-US" sz="1200" dirty="0">
                  <a:latin typeface="メイリオ" panose="020B0604030504040204" pitchFamily="50" charset="-128"/>
                  <a:ea typeface="メイリオ" panose="020B0604030504040204" pitchFamily="50" charset="-128"/>
                </a:rPr>
                <a:t>対象・タイミング</a:t>
              </a:r>
              <a:endParaRPr kumimoji="1" lang="ja-JP" altLang="en-US" sz="1200"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D61BD9DB-C24D-2B86-ACFF-4C8D86D92E26}"/>
                </a:ext>
              </a:extLst>
            </p:cNvPr>
            <p:cNvSpPr txBox="1"/>
            <p:nvPr/>
          </p:nvSpPr>
          <p:spPr>
            <a:xfrm>
              <a:off x="3898227" y="2467889"/>
              <a:ext cx="800219" cy="276999"/>
            </a:xfrm>
            <a:prstGeom prst="rect">
              <a:avLst/>
            </a:prstGeom>
            <a:noFill/>
          </p:spPr>
          <p:txBody>
            <a:bodyPr wrap="none" rtlCol="0">
              <a:spAutoFit/>
            </a:bodyPr>
            <a:lstStyle/>
            <a:p>
              <a:pPr algn="ctr"/>
              <a:r>
                <a:rPr kumimoji="1" lang="ja-JP" altLang="en-US" sz="1200" dirty="0">
                  <a:latin typeface="メイリオ" panose="020B0604030504040204" pitchFamily="50" charset="-128"/>
                  <a:ea typeface="メイリオ" panose="020B0604030504040204" pitchFamily="50" charset="-128"/>
                </a:rPr>
                <a:t>呼び出し</a:t>
              </a:r>
              <a:endParaRPr kumimoji="1" lang="en-US" altLang="ja-JP" sz="1200" dirty="0">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63BDB07E-0501-200C-1C40-96D503ED81CD}"/>
                </a:ext>
              </a:extLst>
            </p:cNvPr>
            <p:cNvSpPr txBox="1"/>
            <p:nvPr/>
          </p:nvSpPr>
          <p:spPr>
            <a:xfrm>
              <a:off x="7493553" y="2467889"/>
              <a:ext cx="800219" cy="276999"/>
            </a:xfrm>
            <a:prstGeom prst="rect">
              <a:avLst/>
            </a:prstGeom>
            <a:noFill/>
          </p:spPr>
          <p:txBody>
            <a:bodyPr wrap="none" rtlCol="0">
              <a:spAutoFit/>
            </a:bodyPr>
            <a:lstStyle/>
            <a:p>
              <a:pPr algn="ctr"/>
              <a:r>
                <a:rPr kumimoji="1" lang="ja-JP" altLang="en-US" sz="1200" dirty="0">
                  <a:latin typeface="メイリオ" panose="020B0604030504040204" pitchFamily="50" charset="-128"/>
                  <a:ea typeface="メイリオ" panose="020B0604030504040204" pitchFamily="50" charset="-128"/>
                </a:rPr>
                <a:t>呼び出し</a:t>
              </a:r>
            </a:p>
          </p:txBody>
        </p:sp>
        <p:sp>
          <p:nvSpPr>
            <p:cNvPr id="23" name="テキスト ボックス 22">
              <a:extLst>
                <a:ext uri="{FF2B5EF4-FFF2-40B4-BE49-F238E27FC236}">
                  <a16:creationId xmlns:a16="http://schemas.microsoft.com/office/drawing/2014/main" id="{660E9CD3-2855-842B-B72A-F42F05A6D803}"/>
                </a:ext>
              </a:extLst>
            </p:cNvPr>
            <p:cNvSpPr txBox="1"/>
            <p:nvPr/>
          </p:nvSpPr>
          <p:spPr>
            <a:xfrm>
              <a:off x="1824851" y="3105834"/>
              <a:ext cx="1351652" cy="276999"/>
            </a:xfrm>
            <a:prstGeom prst="rect">
              <a:avLst/>
            </a:prstGeom>
            <a:noFill/>
          </p:spPr>
          <p:txBody>
            <a:bodyPr wrap="none" rtlCol="0">
              <a:spAutoFit/>
            </a:bodyPr>
            <a:lstStyle/>
            <a:p>
              <a:pPr algn="ctr"/>
              <a:r>
                <a:rPr kumimoji="1" lang="en-US" altLang="ja-JP" sz="1200" dirty="0">
                  <a:latin typeface="メイリオ" panose="020B0604030504040204" pitchFamily="50" charset="-128"/>
                  <a:ea typeface="メイリオ" panose="020B0604030504040204" pitchFamily="50" charset="-128"/>
                </a:rPr>
                <a:t>Linux</a:t>
              </a:r>
              <a:r>
                <a:rPr kumimoji="1" lang="ja-JP" altLang="en-US" sz="1200" dirty="0">
                  <a:latin typeface="メイリオ" panose="020B0604030504040204" pitchFamily="50" charset="-128"/>
                  <a:ea typeface="メイリオ" panose="020B0604030504040204" pitchFamily="50" charset="-128"/>
                </a:rPr>
                <a:t>標準の機能</a:t>
              </a:r>
            </a:p>
          </p:txBody>
        </p:sp>
      </p:grpSp>
    </p:spTree>
    <p:extLst>
      <p:ext uri="{BB962C8B-B14F-4D97-AF65-F5344CB8AC3E}">
        <p14:creationId xmlns:p14="http://schemas.microsoft.com/office/powerpoint/2010/main" val="2968177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881E123A-499D-DC9F-C444-85C575640F8E}"/>
              </a:ext>
            </a:extLst>
          </p:cNvPr>
          <p:cNvSpPr txBox="1"/>
          <p:nvPr/>
        </p:nvSpPr>
        <p:spPr>
          <a:xfrm>
            <a:off x="986589" y="1018672"/>
            <a:ext cx="6340197" cy="584775"/>
          </a:xfrm>
          <a:prstGeom prst="rect">
            <a:avLst/>
          </a:prstGeom>
          <a:noFill/>
        </p:spPr>
        <p:txBody>
          <a:bodyPr wrap="none" rtlCol="0">
            <a:spAutoFit/>
          </a:bodyPr>
          <a:lstStyle/>
          <a:p>
            <a:r>
              <a:rPr lang="ja-JP" altLang="en-US" sz="3200" dirty="0">
                <a:latin typeface="メイリオ" panose="020B0604030504040204" pitchFamily="50" charset="-128"/>
                <a:ea typeface="メイリオ" panose="020B0604030504040204" pitchFamily="50" charset="-128"/>
              </a:rPr>
              <a:t>ここからモジュール全体像・展開</a:t>
            </a:r>
            <a:endParaRPr kumimoji="1" lang="ja-JP" altLang="en-US" sz="3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7373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D914B-5AC1-74CF-C50E-9CA377438368}"/>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69B72D17-BE2F-579D-1107-12094E0A6A44}"/>
              </a:ext>
            </a:extLst>
          </p:cNvPr>
          <p:cNvSpPr/>
          <p:nvPr/>
        </p:nvSpPr>
        <p:spPr>
          <a:xfrm>
            <a:off x="8438147" y="4358777"/>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1"/>
                </a:solidFill>
                <a:latin typeface="メイリオ" panose="020B0604030504040204" pitchFamily="50" charset="-128"/>
                <a:ea typeface="メイリオ" panose="020B0604030504040204" pitchFamily="50" charset="-128"/>
              </a:rPr>
              <a:t>TOPPERS / ASP3</a:t>
            </a:r>
          </a:p>
        </p:txBody>
      </p:sp>
    </p:spTree>
    <p:extLst>
      <p:ext uri="{BB962C8B-B14F-4D97-AF65-F5344CB8AC3E}">
        <p14:creationId xmlns:p14="http://schemas.microsoft.com/office/powerpoint/2010/main" val="2248181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6360E-16C5-BBAC-DA14-D9395968DF4C}"/>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7D968B50-BBCC-492D-AFB4-9EAA8C54FD9D}"/>
              </a:ext>
            </a:extLst>
          </p:cNvPr>
          <p:cNvSpPr/>
          <p:nvPr/>
        </p:nvSpPr>
        <p:spPr>
          <a:xfrm>
            <a:off x="8438147" y="1395443"/>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1"/>
                </a:solidFill>
                <a:latin typeface="メイリオ" panose="020B0604030504040204" pitchFamily="50" charset="-128"/>
                <a:ea typeface="メイリオ" panose="020B0604030504040204" pitchFamily="50" charset="-128"/>
              </a:rPr>
              <a:t>Spike-ART</a:t>
            </a:r>
          </a:p>
        </p:txBody>
      </p:sp>
      <p:sp>
        <p:nvSpPr>
          <p:cNvPr id="2" name="正方形/長方形 1">
            <a:extLst>
              <a:ext uri="{FF2B5EF4-FFF2-40B4-BE49-F238E27FC236}">
                <a16:creationId xmlns:a16="http://schemas.microsoft.com/office/drawing/2014/main" id="{20B5EC4F-9119-E7EE-6841-44339B836A9E}"/>
              </a:ext>
            </a:extLst>
          </p:cNvPr>
          <p:cNvSpPr/>
          <p:nvPr/>
        </p:nvSpPr>
        <p:spPr>
          <a:xfrm>
            <a:off x="8438147" y="4358777"/>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1"/>
                </a:solidFill>
                <a:latin typeface="メイリオ" panose="020B0604030504040204" pitchFamily="50" charset="-128"/>
                <a:ea typeface="メイリオ" panose="020B0604030504040204" pitchFamily="50" charset="-128"/>
              </a:rPr>
              <a:t>TOPPERS / ASP3</a:t>
            </a:r>
          </a:p>
        </p:txBody>
      </p:sp>
      <p:cxnSp>
        <p:nvCxnSpPr>
          <p:cNvPr id="3" name="直線矢印コネクタ 2">
            <a:extLst>
              <a:ext uri="{FF2B5EF4-FFF2-40B4-BE49-F238E27FC236}">
                <a16:creationId xmlns:a16="http://schemas.microsoft.com/office/drawing/2014/main" id="{BE0D5522-BE32-B77C-68C3-B62E2426D639}"/>
              </a:ext>
            </a:extLst>
          </p:cNvPr>
          <p:cNvCxnSpPr>
            <a:cxnSpLocks/>
            <a:stCxn id="4" idx="2"/>
            <a:endCxn id="2" idx="0"/>
          </p:cNvCxnSpPr>
          <p:nvPr/>
        </p:nvCxnSpPr>
        <p:spPr>
          <a:xfrm>
            <a:off x="9158147" y="2835443"/>
            <a:ext cx="0" cy="1523334"/>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4387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FA997-B6F4-AE4F-784D-1A029B8D2E58}"/>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A797238-2B2A-2FAA-AC91-8B87D379E345}"/>
              </a:ext>
            </a:extLst>
          </p:cNvPr>
          <p:cNvSpPr/>
          <p:nvPr/>
        </p:nvSpPr>
        <p:spPr>
          <a:xfrm>
            <a:off x="8438147" y="1395443"/>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1"/>
                </a:solidFill>
                <a:latin typeface="メイリオ" panose="020B0604030504040204" pitchFamily="50" charset="-128"/>
                <a:ea typeface="メイリオ" panose="020B0604030504040204" pitchFamily="50" charset="-128"/>
              </a:rPr>
              <a:t>Spike-ART</a:t>
            </a:r>
          </a:p>
        </p:txBody>
      </p:sp>
      <p:sp>
        <p:nvSpPr>
          <p:cNvPr id="2" name="正方形/長方形 1">
            <a:extLst>
              <a:ext uri="{FF2B5EF4-FFF2-40B4-BE49-F238E27FC236}">
                <a16:creationId xmlns:a16="http://schemas.microsoft.com/office/drawing/2014/main" id="{7D346AFE-5B0D-8E53-E3B2-F1AD31131203}"/>
              </a:ext>
            </a:extLst>
          </p:cNvPr>
          <p:cNvSpPr/>
          <p:nvPr/>
        </p:nvSpPr>
        <p:spPr>
          <a:xfrm>
            <a:off x="8438147" y="4358777"/>
            <a:ext cx="1440000" cy="14400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1"/>
                </a:solidFill>
                <a:latin typeface="メイリオ" panose="020B0604030504040204" pitchFamily="50" charset="-128"/>
                <a:ea typeface="メイリオ" panose="020B0604030504040204" pitchFamily="50" charset="-128"/>
              </a:rPr>
              <a:t>TOPPERS / ASP3</a:t>
            </a:r>
          </a:p>
        </p:txBody>
      </p:sp>
      <p:sp>
        <p:nvSpPr>
          <p:cNvPr id="7" name="正方形/長方形 6">
            <a:extLst>
              <a:ext uri="{FF2B5EF4-FFF2-40B4-BE49-F238E27FC236}">
                <a16:creationId xmlns:a16="http://schemas.microsoft.com/office/drawing/2014/main" id="{E49ED316-E773-741F-3BC4-39EB30257F7E}"/>
              </a:ext>
            </a:extLst>
          </p:cNvPr>
          <p:cNvSpPr/>
          <p:nvPr/>
        </p:nvSpPr>
        <p:spPr>
          <a:xfrm>
            <a:off x="5376000" y="1395443"/>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chemeClr val="bg1"/>
                </a:solidFill>
                <a:latin typeface="メイリオ" panose="020B0604030504040204" pitchFamily="50" charset="-128"/>
                <a:ea typeface="メイリオ" panose="020B0604030504040204" pitchFamily="50" charset="-128"/>
              </a:rPr>
              <a:t>libraspike</a:t>
            </a:r>
            <a:r>
              <a:rPr kumimoji="1" lang="en-US" altLang="ja-JP" dirty="0">
                <a:solidFill>
                  <a:schemeClr val="bg1"/>
                </a:solidFill>
                <a:latin typeface="メイリオ" panose="020B0604030504040204" pitchFamily="50" charset="-128"/>
                <a:ea typeface="メイリオ" panose="020B0604030504040204" pitchFamily="50" charset="-128"/>
              </a:rPr>
              <a:t>-art</a:t>
            </a:r>
          </a:p>
        </p:txBody>
      </p:sp>
      <p:cxnSp>
        <p:nvCxnSpPr>
          <p:cNvPr id="13" name="直線矢印コネクタ 12">
            <a:extLst>
              <a:ext uri="{FF2B5EF4-FFF2-40B4-BE49-F238E27FC236}">
                <a16:creationId xmlns:a16="http://schemas.microsoft.com/office/drawing/2014/main" id="{01504E53-93D1-226B-D026-0C39AD5DDF58}"/>
              </a:ext>
            </a:extLst>
          </p:cNvPr>
          <p:cNvCxnSpPr>
            <a:cxnSpLocks/>
            <a:stCxn id="7" idx="3"/>
            <a:endCxn id="4" idx="1"/>
          </p:cNvCxnSpPr>
          <p:nvPr/>
        </p:nvCxnSpPr>
        <p:spPr>
          <a:xfrm>
            <a:off x="6816000" y="2115443"/>
            <a:ext cx="1622147" cy="0"/>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46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1F1CE-ECCA-8173-E659-5C0375AFE06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BD60D1C4-F423-BD1D-3A7E-67D45AC1333A}"/>
              </a:ext>
            </a:extLst>
          </p:cNvPr>
          <p:cNvSpPr/>
          <p:nvPr/>
        </p:nvSpPr>
        <p:spPr>
          <a:xfrm>
            <a:off x="8438147" y="1395443"/>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1"/>
                </a:solidFill>
                <a:latin typeface="メイリオ" panose="020B0604030504040204" pitchFamily="50" charset="-128"/>
                <a:ea typeface="メイリオ" panose="020B0604030504040204" pitchFamily="50" charset="-128"/>
              </a:rPr>
              <a:t>Spike-ART</a:t>
            </a:r>
          </a:p>
        </p:txBody>
      </p:sp>
      <p:sp>
        <p:nvSpPr>
          <p:cNvPr id="2" name="正方形/長方形 1">
            <a:extLst>
              <a:ext uri="{FF2B5EF4-FFF2-40B4-BE49-F238E27FC236}">
                <a16:creationId xmlns:a16="http://schemas.microsoft.com/office/drawing/2014/main" id="{B8E83F83-BA1A-1E54-0300-C54CE2E73E92}"/>
              </a:ext>
            </a:extLst>
          </p:cNvPr>
          <p:cNvSpPr/>
          <p:nvPr/>
        </p:nvSpPr>
        <p:spPr>
          <a:xfrm>
            <a:off x="8438147" y="4358777"/>
            <a:ext cx="1440000" cy="14400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1"/>
                </a:solidFill>
                <a:latin typeface="メイリオ" panose="020B0604030504040204" pitchFamily="50" charset="-128"/>
                <a:ea typeface="メイリオ" panose="020B0604030504040204" pitchFamily="50" charset="-128"/>
              </a:rPr>
              <a:t>TOPPERS / ASP3</a:t>
            </a:r>
          </a:p>
        </p:txBody>
      </p:sp>
      <p:sp>
        <p:nvSpPr>
          <p:cNvPr id="7" name="正方形/長方形 6">
            <a:extLst>
              <a:ext uri="{FF2B5EF4-FFF2-40B4-BE49-F238E27FC236}">
                <a16:creationId xmlns:a16="http://schemas.microsoft.com/office/drawing/2014/main" id="{5B83D2E1-5EDA-9EEC-878D-9D116D47CA36}"/>
              </a:ext>
            </a:extLst>
          </p:cNvPr>
          <p:cNvSpPr/>
          <p:nvPr/>
        </p:nvSpPr>
        <p:spPr>
          <a:xfrm>
            <a:off x="5376000" y="1395443"/>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chemeClr val="bg1"/>
                </a:solidFill>
                <a:latin typeface="メイリオ" panose="020B0604030504040204" pitchFamily="50" charset="-128"/>
                <a:ea typeface="メイリオ" panose="020B0604030504040204" pitchFamily="50" charset="-128"/>
              </a:rPr>
              <a:t>libraspike</a:t>
            </a:r>
            <a:r>
              <a:rPr kumimoji="1" lang="en-US" altLang="ja-JP" dirty="0">
                <a:solidFill>
                  <a:schemeClr val="bg1"/>
                </a:solidFill>
                <a:latin typeface="メイリオ" panose="020B0604030504040204" pitchFamily="50" charset="-128"/>
                <a:ea typeface="メイリオ" panose="020B0604030504040204" pitchFamily="50" charset="-128"/>
              </a:rPr>
              <a:t>-art</a:t>
            </a:r>
          </a:p>
        </p:txBody>
      </p:sp>
      <p:cxnSp>
        <p:nvCxnSpPr>
          <p:cNvPr id="13" name="直線矢印コネクタ 12">
            <a:extLst>
              <a:ext uri="{FF2B5EF4-FFF2-40B4-BE49-F238E27FC236}">
                <a16:creationId xmlns:a16="http://schemas.microsoft.com/office/drawing/2014/main" id="{299165D7-9F3A-1ADC-1D3E-1FE92423FDCF}"/>
              </a:ext>
            </a:extLst>
          </p:cNvPr>
          <p:cNvCxnSpPr>
            <a:cxnSpLocks/>
            <a:stCxn id="7" idx="3"/>
            <a:endCxn id="4" idx="1"/>
          </p:cNvCxnSpPr>
          <p:nvPr/>
        </p:nvCxnSpPr>
        <p:spPr>
          <a:xfrm>
            <a:off x="6816000" y="2115443"/>
            <a:ext cx="1622147" cy="0"/>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66073028-CAD4-C7AF-77D7-58541559F365}"/>
              </a:ext>
            </a:extLst>
          </p:cNvPr>
          <p:cNvSpPr/>
          <p:nvPr/>
        </p:nvSpPr>
        <p:spPr>
          <a:xfrm>
            <a:off x="2313853" y="1395443"/>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chemeClr val="bg1"/>
                </a:solidFill>
                <a:latin typeface="メイリオ" panose="020B0604030504040204" pitchFamily="50" charset="-128"/>
                <a:ea typeface="メイリオ" panose="020B0604030504040204" pitchFamily="50" charset="-128"/>
              </a:rPr>
              <a:t>RasPike</a:t>
            </a:r>
            <a:r>
              <a:rPr kumimoji="1" lang="en-US" altLang="ja-JP" dirty="0">
                <a:solidFill>
                  <a:schemeClr val="bg1"/>
                </a:solidFill>
                <a:latin typeface="メイリオ" panose="020B0604030504040204" pitchFamily="50" charset="-128"/>
                <a:ea typeface="メイリオ" panose="020B0604030504040204" pitchFamily="50" charset="-128"/>
              </a:rPr>
              <a:t>-ART</a:t>
            </a:r>
          </a:p>
        </p:txBody>
      </p:sp>
      <p:cxnSp>
        <p:nvCxnSpPr>
          <p:cNvPr id="6" name="直線矢印コネクタ 5">
            <a:extLst>
              <a:ext uri="{FF2B5EF4-FFF2-40B4-BE49-F238E27FC236}">
                <a16:creationId xmlns:a16="http://schemas.microsoft.com/office/drawing/2014/main" id="{1A7DCF4C-6D57-3E0E-70C6-385F112C9ED5}"/>
              </a:ext>
            </a:extLst>
          </p:cNvPr>
          <p:cNvCxnSpPr>
            <a:cxnSpLocks/>
            <a:stCxn id="5" idx="3"/>
            <a:endCxn id="7" idx="1"/>
          </p:cNvCxnSpPr>
          <p:nvPr/>
        </p:nvCxnSpPr>
        <p:spPr>
          <a:xfrm>
            <a:off x="3753853" y="2115443"/>
            <a:ext cx="1622147" cy="0"/>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4830EE85-01B8-A681-3A1F-4BFF11D48753}"/>
              </a:ext>
            </a:extLst>
          </p:cNvPr>
          <p:cNvSpPr/>
          <p:nvPr/>
        </p:nvSpPr>
        <p:spPr>
          <a:xfrm>
            <a:off x="2313853" y="4358777"/>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1"/>
                </a:solidFill>
                <a:latin typeface="メイリオ" panose="020B0604030504040204" pitchFamily="50" charset="-128"/>
                <a:ea typeface="メイリオ" panose="020B0604030504040204" pitchFamily="50" charset="-128"/>
              </a:rPr>
              <a:t>TOPPERS/ASP3</a:t>
            </a:r>
          </a:p>
        </p:txBody>
      </p:sp>
      <p:cxnSp>
        <p:nvCxnSpPr>
          <p:cNvPr id="14" name="直線矢印コネクタ 13">
            <a:extLst>
              <a:ext uri="{FF2B5EF4-FFF2-40B4-BE49-F238E27FC236}">
                <a16:creationId xmlns:a16="http://schemas.microsoft.com/office/drawing/2014/main" id="{18F35BD3-65E8-41F8-D763-047DB513F3B8}"/>
              </a:ext>
            </a:extLst>
          </p:cNvPr>
          <p:cNvCxnSpPr>
            <a:cxnSpLocks/>
            <a:stCxn id="5" idx="2"/>
            <a:endCxn id="12" idx="0"/>
          </p:cNvCxnSpPr>
          <p:nvPr/>
        </p:nvCxnSpPr>
        <p:spPr>
          <a:xfrm>
            <a:off x="3033853" y="2835443"/>
            <a:ext cx="0" cy="1523334"/>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4165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42E6B-C4BC-A840-E5F3-3ACB1695C2D5}"/>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BB30DF89-70AB-7E22-BB22-D0D65C2BC53C}"/>
              </a:ext>
            </a:extLst>
          </p:cNvPr>
          <p:cNvSpPr/>
          <p:nvPr/>
        </p:nvSpPr>
        <p:spPr>
          <a:xfrm>
            <a:off x="8438147" y="1395443"/>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1"/>
                </a:solidFill>
                <a:latin typeface="メイリオ" panose="020B0604030504040204" pitchFamily="50" charset="-128"/>
                <a:ea typeface="メイリオ" panose="020B0604030504040204" pitchFamily="50" charset="-128"/>
              </a:rPr>
              <a:t>Spike-ART</a:t>
            </a:r>
          </a:p>
        </p:txBody>
      </p:sp>
      <p:sp>
        <p:nvSpPr>
          <p:cNvPr id="2" name="正方形/長方形 1">
            <a:extLst>
              <a:ext uri="{FF2B5EF4-FFF2-40B4-BE49-F238E27FC236}">
                <a16:creationId xmlns:a16="http://schemas.microsoft.com/office/drawing/2014/main" id="{60A4192C-2286-F08C-6B63-A12D2B90B07F}"/>
              </a:ext>
            </a:extLst>
          </p:cNvPr>
          <p:cNvSpPr/>
          <p:nvPr/>
        </p:nvSpPr>
        <p:spPr>
          <a:xfrm>
            <a:off x="8438147" y="4358777"/>
            <a:ext cx="1440000" cy="14400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1"/>
                </a:solidFill>
                <a:latin typeface="メイリオ" panose="020B0604030504040204" pitchFamily="50" charset="-128"/>
                <a:ea typeface="メイリオ" panose="020B0604030504040204" pitchFamily="50" charset="-128"/>
              </a:rPr>
              <a:t>TOPPERS / ASP3</a:t>
            </a:r>
          </a:p>
        </p:txBody>
      </p:sp>
      <p:sp>
        <p:nvSpPr>
          <p:cNvPr id="7" name="正方形/長方形 6">
            <a:extLst>
              <a:ext uri="{FF2B5EF4-FFF2-40B4-BE49-F238E27FC236}">
                <a16:creationId xmlns:a16="http://schemas.microsoft.com/office/drawing/2014/main" id="{EBA62516-5FF6-BB4B-2A12-0093D35CE4EC}"/>
              </a:ext>
            </a:extLst>
          </p:cNvPr>
          <p:cNvSpPr/>
          <p:nvPr/>
        </p:nvSpPr>
        <p:spPr>
          <a:xfrm>
            <a:off x="5376000" y="1395443"/>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chemeClr val="bg1"/>
                </a:solidFill>
                <a:latin typeface="メイリオ" panose="020B0604030504040204" pitchFamily="50" charset="-128"/>
                <a:ea typeface="メイリオ" panose="020B0604030504040204" pitchFamily="50" charset="-128"/>
              </a:rPr>
              <a:t>libraspike</a:t>
            </a:r>
            <a:r>
              <a:rPr kumimoji="1" lang="en-US" altLang="ja-JP" dirty="0">
                <a:solidFill>
                  <a:schemeClr val="bg1"/>
                </a:solidFill>
                <a:latin typeface="メイリオ" panose="020B0604030504040204" pitchFamily="50" charset="-128"/>
                <a:ea typeface="メイリオ" panose="020B0604030504040204" pitchFamily="50" charset="-128"/>
              </a:rPr>
              <a:t>-art</a:t>
            </a:r>
          </a:p>
        </p:txBody>
      </p:sp>
      <p:cxnSp>
        <p:nvCxnSpPr>
          <p:cNvPr id="13" name="直線矢印コネクタ 12">
            <a:extLst>
              <a:ext uri="{FF2B5EF4-FFF2-40B4-BE49-F238E27FC236}">
                <a16:creationId xmlns:a16="http://schemas.microsoft.com/office/drawing/2014/main" id="{721630D2-D2AA-53AB-235D-478AA972BB33}"/>
              </a:ext>
            </a:extLst>
          </p:cNvPr>
          <p:cNvCxnSpPr>
            <a:cxnSpLocks/>
            <a:stCxn id="7" idx="3"/>
            <a:endCxn id="4" idx="1"/>
          </p:cNvCxnSpPr>
          <p:nvPr/>
        </p:nvCxnSpPr>
        <p:spPr>
          <a:xfrm>
            <a:off x="6816000" y="2115443"/>
            <a:ext cx="1622147" cy="0"/>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EB2629D0-7B9C-8CEA-DA2E-1A1D52C4124B}"/>
              </a:ext>
            </a:extLst>
          </p:cNvPr>
          <p:cNvSpPr/>
          <p:nvPr/>
        </p:nvSpPr>
        <p:spPr>
          <a:xfrm>
            <a:off x="2313853" y="1395443"/>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chemeClr val="bg1"/>
                </a:solidFill>
                <a:latin typeface="メイリオ" panose="020B0604030504040204" pitchFamily="50" charset="-128"/>
                <a:ea typeface="メイリオ" panose="020B0604030504040204" pitchFamily="50" charset="-128"/>
              </a:rPr>
              <a:t>RasPike</a:t>
            </a:r>
            <a:r>
              <a:rPr kumimoji="1" lang="en-US" altLang="ja-JP" dirty="0">
                <a:solidFill>
                  <a:schemeClr val="bg1"/>
                </a:solidFill>
                <a:latin typeface="メイリオ" panose="020B0604030504040204" pitchFamily="50" charset="-128"/>
                <a:ea typeface="メイリオ" panose="020B0604030504040204" pitchFamily="50" charset="-128"/>
              </a:rPr>
              <a:t>-ART</a:t>
            </a:r>
          </a:p>
        </p:txBody>
      </p:sp>
      <p:cxnSp>
        <p:nvCxnSpPr>
          <p:cNvPr id="6" name="直線矢印コネクタ 5">
            <a:extLst>
              <a:ext uri="{FF2B5EF4-FFF2-40B4-BE49-F238E27FC236}">
                <a16:creationId xmlns:a16="http://schemas.microsoft.com/office/drawing/2014/main" id="{336D54B6-CC9C-3CE2-F547-C8268C3992B1}"/>
              </a:ext>
            </a:extLst>
          </p:cNvPr>
          <p:cNvCxnSpPr>
            <a:cxnSpLocks/>
            <a:stCxn id="5" idx="3"/>
            <a:endCxn id="7" idx="1"/>
          </p:cNvCxnSpPr>
          <p:nvPr/>
        </p:nvCxnSpPr>
        <p:spPr>
          <a:xfrm>
            <a:off x="3753853" y="2115443"/>
            <a:ext cx="1622147" cy="0"/>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F568985C-567E-EEE7-1BB6-D74DAF7406DC}"/>
              </a:ext>
            </a:extLst>
          </p:cNvPr>
          <p:cNvSpPr/>
          <p:nvPr/>
        </p:nvSpPr>
        <p:spPr>
          <a:xfrm>
            <a:off x="2313853" y="4358777"/>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1"/>
                </a:solidFill>
                <a:latin typeface="メイリオ" panose="020B0604030504040204" pitchFamily="50" charset="-128"/>
                <a:ea typeface="メイリオ" panose="020B0604030504040204" pitchFamily="50" charset="-128"/>
              </a:rPr>
              <a:t>TOPPERS/ASP3</a:t>
            </a:r>
          </a:p>
        </p:txBody>
      </p:sp>
      <p:cxnSp>
        <p:nvCxnSpPr>
          <p:cNvPr id="14" name="直線矢印コネクタ 13">
            <a:extLst>
              <a:ext uri="{FF2B5EF4-FFF2-40B4-BE49-F238E27FC236}">
                <a16:creationId xmlns:a16="http://schemas.microsoft.com/office/drawing/2014/main" id="{125C4508-8A0F-C771-16C5-40D07F7593AB}"/>
              </a:ext>
            </a:extLst>
          </p:cNvPr>
          <p:cNvCxnSpPr>
            <a:cxnSpLocks/>
            <a:stCxn id="5" idx="2"/>
            <a:endCxn id="12" idx="0"/>
          </p:cNvCxnSpPr>
          <p:nvPr/>
        </p:nvCxnSpPr>
        <p:spPr>
          <a:xfrm>
            <a:off x="3033853" y="2835443"/>
            <a:ext cx="0" cy="1523334"/>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C29EB66B-E594-1E49-8111-C05C22D4AA9D}"/>
              </a:ext>
            </a:extLst>
          </p:cNvPr>
          <p:cNvSpPr/>
          <p:nvPr/>
        </p:nvSpPr>
        <p:spPr>
          <a:xfrm>
            <a:off x="-566147" y="1395443"/>
            <a:ext cx="1440000" cy="1440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1"/>
                </a:solidFill>
                <a:latin typeface="メイリオ" panose="020B0604030504040204" pitchFamily="50" charset="-128"/>
                <a:ea typeface="メイリオ" panose="020B0604030504040204" pitchFamily="50" charset="-128"/>
              </a:rPr>
              <a:t>tenarobo-primary-mil-2025</a:t>
            </a:r>
          </a:p>
        </p:txBody>
      </p:sp>
      <p:cxnSp>
        <p:nvCxnSpPr>
          <p:cNvPr id="10" name="直線矢印コネクタ 9">
            <a:extLst>
              <a:ext uri="{FF2B5EF4-FFF2-40B4-BE49-F238E27FC236}">
                <a16:creationId xmlns:a16="http://schemas.microsoft.com/office/drawing/2014/main" id="{794F1E8C-ACF8-647D-D13D-38657B7D574E}"/>
              </a:ext>
            </a:extLst>
          </p:cNvPr>
          <p:cNvCxnSpPr>
            <a:cxnSpLocks/>
            <a:stCxn id="9" idx="3"/>
            <a:endCxn id="5" idx="1"/>
          </p:cNvCxnSpPr>
          <p:nvPr/>
        </p:nvCxnSpPr>
        <p:spPr>
          <a:xfrm>
            <a:off x="873853" y="2115443"/>
            <a:ext cx="1440000" cy="0"/>
          </a:xfrm>
          <a:prstGeom prst="straightConnector1">
            <a:avLst/>
          </a:prstGeom>
          <a:ln w="571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392634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471</Words>
  <Application>Microsoft Office PowerPoint</Application>
  <PresentationFormat>ワイド画面</PresentationFormat>
  <Paragraphs>80</Paragraphs>
  <Slides>8</Slides>
  <Notes>5</Notes>
  <HiddenSlides>1</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メイリオ</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悠斗 三好</dc:creator>
  <cp:lastModifiedBy>悠斗 三好</cp:lastModifiedBy>
  <cp:revision>32</cp:revision>
  <dcterms:created xsi:type="dcterms:W3CDTF">2025-05-06T08:51:22Z</dcterms:created>
  <dcterms:modified xsi:type="dcterms:W3CDTF">2025-05-06T14:15:32Z</dcterms:modified>
</cp:coreProperties>
</file>